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859" r:id="rId5"/>
    <p:sldMasterId id="2147483902" r:id="rId6"/>
    <p:sldMasterId id="2147483879" r:id="rId7"/>
    <p:sldMasterId id="2147483917" r:id="rId8"/>
    <p:sldMasterId id="2147483851" r:id="rId9"/>
    <p:sldMasterId id="2147483913" r:id="rId10"/>
  </p:sldMasterIdLst>
  <p:notesMasterIdLst>
    <p:notesMasterId r:id="rId25"/>
  </p:notesMasterIdLst>
  <p:sldIdLst>
    <p:sldId id="278" r:id="rId11"/>
    <p:sldId id="279" r:id="rId12"/>
    <p:sldId id="280" r:id="rId13"/>
    <p:sldId id="281" r:id="rId14"/>
    <p:sldId id="282" r:id="rId15"/>
    <p:sldId id="285" r:id="rId16"/>
    <p:sldId id="283" r:id="rId17"/>
    <p:sldId id="289" r:id="rId18"/>
    <p:sldId id="290" r:id="rId19"/>
    <p:sldId id="287" r:id="rId20"/>
    <p:sldId id="291" r:id="rId21"/>
    <p:sldId id="292" r:id="rId22"/>
    <p:sldId id="293" r:id="rId23"/>
    <p:sldId id="274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3A438-50BD-4268-9142-C8A295E07539}" v="109" dt="2026-01-05T14:46:31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49" d="100"/>
          <a:sy n="49" d="100"/>
        </p:scale>
        <p:origin x="23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meric SAS" userId="0709990b-44f5-4bd5-9b81-bd7d889f29cd" providerId="ADAL" clId="{2091728C-5E7A-4D85-9700-94E9CE656D0D}"/>
    <pc:docChg chg="undo redo custSel addSld delSld modSld sldOrd addMainMaster">
      <pc:chgData name="Aymeric SAS" userId="0709990b-44f5-4bd5-9b81-bd7d889f29cd" providerId="ADAL" clId="{2091728C-5E7A-4D85-9700-94E9CE656D0D}" dt="2026-01-05T14:46:49.289" v="4492" actId="47"/>
      <pc:docMkLst>
        <pc:docMk/>
      </pc:docMkLst>
      <pc:sldChg chg="del">
        <pc:chgData name="Aymeric SAS" userId="0709990b-44f5-4bd5-9b81-bd7d889f29cd" providerId="ADAL" clId="{2091728C-5E7A-4D85-9700-94E9CE656D0D}" dt="2026-01-05T14:05:55.196" v="3893" actId="47"/>
        <pc:sldMkLst>
          <pc:docMk/>
          <pc:sldMk cId="1595096900" sldId="256"/>
        </pc:sldMkLst>
      </pc:sldChg>
      <pc:sldChg chg="del">
        <pc:chgData name="Aymeric SAS" userId="0709990b-44f5-4bd5-9b81-bd7d889f29cd" providerId="ADAL" clId="{2091728C-5E7A-4D85-9700-94E9CE656D0D}" dt="2026-01-05T14:07:54.480" v="3917" actId="47"/>
        <pc:sldMkLst>
          <pc:docMk/>
          <pc:sldMk cId="919319129" sldId="257"/>
        </pc:sldMkLst>
      </pc:sldChg>
      <pc:sldChg chg="del">
        <pc:chgData name="Aymeric SAS" userId="0709990b-44f5-4bd5-9b81-bd7d889f29cd" providerId="ADAL" clId="{2091728C-5E7A-4D85-9700-94E9CE656D0D}" dt="2026-01-05T14:09:09.398" v="3929" actId="47"/>
        <pc:sldMkLst>
          <pc:docMk/>
          <pc:sldMk cId="1374743217" sldId="258"/>
        </pc:sldMkLst>
      </pc:sldChg>
      <pc:sldChg chg="del">
        <pc:chgData name="Aymeric SAS" userId="0709990b-44f5-4bd5-9b81-bd7d889f29cd" providerId="ADAL" clId="{2091728C-5E7A-4D85-9700-94E9CE656D0D}" dt="2026-01-05T14:46:49.289" v="4492" actId="47"/>
        <pc:sldMkLst>
          <pc:docMk/>
          <pc:sldMk cId="523112673" sldId="259"/>
        </pc:sldMkLst>
      </pc:sldChg>
      <pc:sldChg chg="del">
        <pc:chgData name="Aymeric SAS" userId="0709990b-44f5-4bd5-9b81-bd7d889f29cd" providerId="ADAL" clId="{2091728C-5E7A-4D85-9700-94E9CE656D0D}" dt="2026-01-05T14:11:47.125" v="3967" actId="47"/>
        <pc:sldMkLst>
          <pc:docMk/>
          <pc:sldMk cId="1980425476" sldId="260"/>
        </pc:sldMkLst>
      </pc:sldChg>
      <pc:sldChg chg="del">
        <pc:chgData name="Aymeric SAS" userId="0709990b-44f5-4bd5-9b81-bd7d889f29cd" providerId="ADAL" clId="{2091728C-5E7A-4D85-9700-94E9CE656D0D}" dt="2026-01-05T14:14:32.652" v="4006" actId="47"/>
        <pc:sldMkLst>
          <pc:docMk/>
          <pc:sldMk cId="4289056186" sldId="261"/>
        </pc:sldMkLst>
      </pc:sldChg>
      <pc:sldChg chg="del">
        <pc:chgData name="Aymeric SAS" userId="0709990b-44f5-4bd5-9b81-bd7d889f29cd" providerId="ADAL" clId="{2091728C-5E7A-4D85-9700-94E9CE656D0D}" dt="2026-01-05T14:15:22.217" v="4018" actId="47"/>
        <pc:sldMkLst>
          <pc:docMk/>
          <pc:sldMk cId="854923089" sldId="262"/>
        </pc:sldMkLst>
      </pc:sldChg>
      <pc:sldChg chg="del">
        <pc:chgData name="Aymeric SAS" userId="0709990b-44f5-4bd5-9b81-bd7d889f29cd" providerId="ADAL" clId="{2091728C-5E7A-4D85-9700-94E9CE656D0D}" dt="2026-01-05T14:33:47.267" v="4067" actId="47"/>
        <pc:sldMkLst>
          <pc:docMk/>
          <pc:sldMk cId="857781781" sldId="264"/>
        </pc:sldMkLst>
      </pc:sldChg>
      <pc:sldChg chg="del">
        <pc:chgData name="Aymeric SAS" userId="0709990b-44f5-4bd5-9b81-bd7d889f29cd" providerId="ADAL" clId="{2091728C-5E7A-4D85-9700-94E9CE656D0D}" dt="2026-01-05T14:39:09.480" v="4133" actId="47"/>
        <pc:sldMkLst>
          <pc:docMk/>
          <pc:sldMk cId="2172151718" sldId="267"/>
        </pc:sldMkLst>
      </pc:sldChg>
      <pc:sldChg chg="del">
        <pc:chgData name="Aymeric SAS" userId="0709990b-44f5-4bd5-9b81-bd7d889f29cd" providerId="ADAL" clId="{2091728C-5E7A-4D85-9700-94E9CE656D0D}" dt="2026-01-05T14:39:48.598" v="4138" actId="47"/>
        <pc:sldMkLst>
          <pc:docMk/>
          <pc:sldMk cId="394011738" sldId="270"/>
        </pc:sldMkLst>
      </pc:sldChg>
      <pc:sldChg chg="del">
        <pc:chgData name="Aymeric SAS" userId="0709990b-44f5-4bd5-9b81-bd7d889f29cd" providerId="ADAL" clId="{2091728C-5E7A-4D85-9700-94E9CE656D0D}" dt="2026-01-05T14:27:23.844" v="4037" actId="47"/>
        <pc:sldMkLst>
          <pc:docMk/>
          <pc:sldMk cId="680890238" sldId="276"/>
        </pc:sldMkLst>
      </pc:sldChg>
      <pc:sldChg chg="del">
        <pc:chgData name="Aymeric SAS" userId="0709990b-44f5-4bd5-9b81-bd7d889f29cd" providerId="ADAL" clId="{2091728C-5E7A-4D85-9700-94E9CE656D0D}" dt="2026-01-05T14:29:53.032" v="4049" actId="47"/>
        <pc:sldMkLst>
          <pc:docMk/>
          <pc:sldMk cId="2832205314" sldId="277"/>
        </pc:sldMkLst>
      </pc:sldChg>
      <pc:sldChg chg="addSp delSp modSp add mod">
        <pc:chgData name="Aymeric SAS" userId="0709990b-44f5-4bd5-9b81-bd7d889f29cd" providerId="ADAL" clId="{2091728C-5E7A-4D85-9700-94E9CE656D0D}" dt="2026-01-05T14:46:31.728" v="4491" actId="14826"/>
        <pc:sldMkLst>
          <pc:docMk/>
          <pc:sldMk cId="1025345488" sldId="278"/>
        </pc:sldMkLst>
        <pc:spChg chg="mod">
          <ac:chgData name="Aymeric SAS" userId="0709990b-44f5-4bd5-9b81-bd7d889f29cd" providerId="ADAL" clId="{2091728C-5E7A-4D85-9700-94E9CE656D0D}" dt="2026-01-05T14:05:51.733" v="3892"/>
          <ac:spMkLst>
            <pc:docMk/>
            <pc:sldMk cId="1025345488" sldId="278"/>
            <ac:spMk id="3" creationId="{A0A36B49-3E6A-1F81-19D7-E56187CFB98B}"/>
          </ac:spMkLst>
        </pc:spChg>
        <pc:spChg chg="mod">
          <ac:chgData name="Aymeric SAS" userId="0709990b-44f5-4bd5-9b81-bd7d889f29cd" providerId="ADAL" clId="{2091728C-5E7A-4D85-9700-94E9CE656D0D}" dt="2026-01-05T14:05:37.806" v="3891" actId="20577"/>
          <ac:spMkLst>
            <pc:docMk/>
            <pc:sldMk cId="1025345488" sldId="278"/>
            <ac:spMk id="5" creationId="{A05FA7BB-14FB-A392-9740-4FA6DB2AB820}"/>
          </ac:spMkLst>
        </pc:spChg>
        <pc:picChg chg="add del mod">
          <ac:chgData name="Aymeric SAS" userId="0709990b-44f5-4bd5-9b81-bd7d889f29cd" providerId="ADAL" clId="{2091728C-5E7A-4D85-9700-94E9CE656D0D}" dt="2026-01-05T14:46:31.728" v="4491" actId="14826"/>
          <ac:picMkLst>
            <pc:docMk/>
            <pc:sldMk cId="1025345488" sldId="278"/>
            <ac:picMk id="6" creationId="{06DAA2EF-28A6-0D22-1D80-86C084663806}"/>
          </ac:picMkLst>
        </pc:picChg>
      </pc:sldChg>
      <pc:sldChg chg="modSp add mod">
        <pc:chgData name="Aymeric SAS" userId="0709990b-44f5-4bd5-9b81-bd7d889f29cd" providerId="ADAL" clId="{2091728C-5E7A-4D85-9700-94E9CE656D0D}" dt="2026-01-05T14:07:48.699" v="3916"/>
        <pc:sldMkLst>
          <pc:docMk/>
          <pc:sldMk cId="841717994" sldId="279"/>
        </pc:sldMkLst>
        <pc:spChg chg="mod">
          <ac:chgData name="Aymeric SAS" userId="0709990b-44f5-4bd5-9b81-bd7d889f29cd" providerId="ADAL" clId="{2091728C-5E7A-4D85-9700-94E9CE656D0D}" dt="2026-01-05T14:06:42.099" v="3905" actId="1076"/>
          <ac:spMkLst>
            <pc:docMk/>
            <pc:sldMk cId="841717994" sldId="279"/>
            <ac:spMk id="2" creationId="{DADC935F-4B2D-D05B-F423-8E01C8962D8E}"/>
          </ac:spMkLst>
        </pc:spChg>
        <pc:spChg chg="mod">
          <ac:chgData name="Aymeric SAS" userId="0709990b-44f5-4bd5-9b81-bd7d889f29cd" providerId="ADAL" clId="{2091728C-5E7A-4D85-9700-94E9CE656D0D}" dt="2026-01-05T14:06:35.773" v="3904" actId="14100"/>
          <ac:spMkLst>
            <pc:docMk/>
            <pc:sldMk cId="841717994" sldId="279"/>
            <ac:spMk id="3" creationId="{887A3485-E720-5CBF-B4B6-9927B4138552}"/>
          </ac:spMkLst>
        </pc:spChg>
        <pc:spChg chg="mod">
          <ac:chgData name="Aymeric SAS" userId="0709990b-44f5-4bd5-9b81-bd7d889f29cd" providerId="ADAL" clId="{2091728C-5E7A-4D85-9700-94E9CE656D0D}" dt="2026-01-05T14:07:16.014" v="3909" actId="404"/>
          <ac:spMkLst>
            <pc:docMk/>
            <pc:sldMk cId="841717994" sldId="279"/>
            <ac:spMk id="4" creationId="{4406262F-D46A-F769-F93F-194D579FF505}"/>
          </ac:spMkLst>
        </pc:spChg>
        <pc:spChg chg="mod">
          <ac:chgData name="Aymeric SAS" userId="0709990b-44f5-4bd5-9b81-bd7d889f29cd" providerId="ADAL" clId="{2091728C-5E7A-4D85-9700-94E9CE656D0D}" dt="2026-01-05T14:07:48.699" v="3916"/>
          <ac:spMkLst>
            <pc:docMk/>
            <pc:sldMk cId="841717994" sldId="279"/>
            <ac:spMk id="7" creationId="{E6D0CC02-EDB7-73B1-0A7B-4F8D86A9EB68}"/>
          </ac:spMkLst>
        </pc:spChg>
        <pc:spChg chg="mod">
          <ac:chgData name="Aymeric SAS" userId="0709990b-44f5-4bd5-9b81-bd7d889f29cd" providerId="ADAL" clId="{2091728C-5E7A-4D85-9700-94E9CE656D0D}" dt="2026-01-05T14:07:24.400" v="3912" actId="404"/>
          <ac:spMkLst>
            <pc:docMk/>
            <pc:sldMk cId="841717994" sldId="279"/>
            <ac:spMk id="22" creationId="{2EDA29FD-A85B-8646-F714-A68CB96EBAF0}"/>
          </ac:spMkLst>
        </pc:spChg>
        <pc:spChg chg="mod">
          <ac:chgData name="Aymeric SAS" userId="0709990b-44f5-4bd5-9b81-bd7d889f29cd" providerId="ADAL" clId="{2091728C-5E7A-4D85-9700-94E9CE656D0D}" dt="2026-01-05T14:07:40.433" v="3915" actId="1076"/>
          <ac:spMkLst>
            <pc:docMk/>
            <pc:sldMk cId="841717994" sldId="279"/>
            <ac:spMk id="23" creationId="{70F329AA-78F2-5BD0-1D32-45D3A60AF1E5}"/>
          </ac:spMkLst>
        </pc:spChg>
      </pc:sldChg>
      <pc:sldChg chg="addSp delSp modSp add mod">
        <pc:chgData name="Aymeric SAS" userId="0709990b-44f5-4bd5-9b81-bd7d889f29cd" providerId="ADAL" clId="{2091728C-5E7A-4D85-9700-94E9CE656D0D}" dt="2026-01-05T14:09:37.415" v="3932"/>
        <pc:sldMkLst>
          <pc:docMk/>
          <pc:sldMk cId="680866590" sldId="280"/>
        </pc:sldMkLst>
        <pc:spChg chg="mod">
          <ac:chgData name="Aymeric SAS" userId="0709990b-44f5-4bd5-9b81-bd7d889f29cd" providerId="ADAL" clId="{2091728C-5E7A-4D85-9700-94E9CE656D0D}" dt="2026-01-05T14:09:37.415" v="3932"/>
          <ac:spMkLst>
            <pc:docMk/>
            <pc:sldMk cId="680866590" sldId="280"/>
            <ac:spMk id="3" creationId="{CA750865-48C6-ED0A-A0FA-BF5B6E3F68AB}"/>
          </ac:spMkLst>
        </pc:spChg>
        <pc:spChg chg="mod">
          <ac:chgData name="Aymeric SAS" userId="0709990b-44f5-4bd5-9b81-bd7d889f29cd" providerId="ADAL" clId="{2091728C-5E7A-4D85-9700-94E9CE656D0D}" dt="2026-01-05T14:08:42.193" v="3928" actId="12"/>
          <ac:spMkLst>
            <pc:docMk/>
            <pc:sldMk cId="680866590" sldId="280"/>
            <ac:spMk id="8" creationId="{54C0152D-6633-2363-97C8-63A5A081EA89}"/>
          </ac:spMkLst>
        </pc:spChg>
        <pc:picChg chg="add mod">
          <ac:chgData name="Aymeric SAS" userId="0709990b-44f5-4bd5-9b81-bd7d889f29cd" providerId="ADAL" clId="{2091728C-5E7A-4D85-9700-94E9CE656D0D}" dt="2026-01-05T14:08:26.221" v="3923" actId="1076"/>
          <ac:picMkLst>
            <pc:docMk/>
            <pc:sldMk cId="680866590" sldId="280"/>
            <ac:picMk id="2" creationId="{D7B40C4B-244D-DF5C-71A5-797A1346440F}"/>
          </ac:picMkLst>
        </pc:picChg>
        <pc:picChg chg="del">
          <ac:chgData name="Aymeric SAS" userId="0709990b-44f5-4bd5-9b81-bd7d889f29cd" providerId="ADAL" clId="{2091728C-5E7A-4D85-9700-94E9CE656D0D}" dt="2026-01-05T14:08:19.934" v="3921" actId="478"/>
          <ac:picMkLst>
            <pc:docMk/>
            <pc:sldMk cId="680866590" sldId="280"/>
            <ac:picMk id="6" creationId="{D395709F-F0E9-BC8E-F8D4-F5A8B6AAAB76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4:10:46.231" v="3954" actId="20577"/>
        <pc:sldMkLst>
          <pc:docMk/>
          <pc:sldMk cId="3601147501" sldId="281"/>
        </pc:sldMkLst>
        <pc:spChg chg="mod">
          <ac:chgData name="Aymeric SAS" userId="0709990b-44f5-4bd5-9b81-bd7d889f29cd" providerId="ADAL" clId="{2091728C-5E7A-4D85-9700-94E9CE656D0D}" dt="2026-01-05T14:10:46.231" v="3954" actId="20577"/>
          <ac:spMkLst>
            <pc:docMk/>
            <pc:sldMk cId="3601147501" sldId="281"/>
            <ac:spMk id="2" creationId="{0C3AB208-F05E-AAA8-FC77-3B8AD291E88F}"/>
          </ac:spMkLst>
        </pc:spChg>
        <pc:spChg chg="del">
          <ac:chgData name="Aymeric SAS" userId="0709990b-44f5-4bd5-9b81-bd7d889f29cd" providerId="ADAL" clId="{2091728C-5E7A-4D85-9700-94E9CE656D0D}" dt="2026-01-05T14:10:09.987" v="3939" actId="478"/>
          <ac:spMkLst>
            <pc:docMk/>
            <pc:sldMk cId="3601147501" sldId="281"/>
            <ac:spMk id="3" creationId="{C20C5FCC-989B-7D83-7691-1DE4F89C8B5A}"/>
          </ac:spMkLst>
        </pc:spChg>
        <pc:spChg chg="add del mod">
          <ac:chgData name="Aymeric SAS" userId="0709990b-44f5-4bd5-9b81-bd7d889f29cd" providerId="ADAL" clId="{2091728C-5E7A-4D85-9700-94E9CE656D0D}" dt="2026-01-05T14:10:14.338" v="3940" actId="478"/>
          <ac:spMkLst>
            <pc:docMk/>
            <pc:sldMk cId="3601147501" sldId="281"/>
            <ac:spMk id="9" creationId="{AD3E07F3-34FC-1696-911B-6DFA28495D90}"/>
          </ac:spMkLst>
        </pc:spChg>
        <pc:picChg chg="add mod">
          <ac:chgData name="Aymeric SAS" userId="0709990b-44f5-4bd5-9b81-bd7d889f29cd" providerId="ADAL" clId="{2091728C-5E7A-4D85-9700-94E9CE656D0D}" dt="2026-01-05T14:10:23.354" v="3944" actId="1076"/>
          <ac:picMkLst>
            <pc:docMk/>
            <pc:sldMk cId="3601147501" sldId="281"/>
            <ac:picMk id="4" creationId="{A7F958D2-E624-3DF4-DB65-607A7BE2E474}"/>
          </ac:picMkLst>
        </pc:picChg>
        <pc:picChg chg="del">
          <ac:chgData name="Aymeric SAS" userId="0709990b-44f5-4bd5-9b81-bd7d889f29cd" providerId="ADAL" clId="{2091728C-5E7A-4D85-9700-94E9CE656D0D}" dt="2026-01-05T14:09:57.391" v="3937" actId="478"/>
          <ac:picMkLst>
            <pc:docMk/>
            <pc:sldMk cId="3601147501" sldId="281"/>
            <ac:picMk id="5" creationId="{F91186D5-999E-FA15-D90A-10994A81736C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4:12:28.602" v="3969" actId="14100"/>
        <pc:sldMkLst>
          <pc:docMk/>
          <pc:sldMk cId="106694105" sldId="282"/>
        </pc:sldMkLst>
        <pc:spChg chg="mod">
          <ac:chgData name="Aymeric SAS" userId="0709990b-44f5-4bd5-9b81-bd7d889f29cd" providerId="ADAL" clId="{2091728C-5E7A-4D85-9700-94E9CE656D0D}" dt="2026-01-05T14:11:26.568" v="3962" actId="14100"/>
          <ac:spMkLst>
            <pc:docMk/>
            <pc:sldMk cId="106694105" sldId="282"/>
            <ac:spMk id="3" creationId="{DCB06BD3-1DD7-4555-F358-44FF0CFBF853}"/>
          </ac:spMkLst>
        </pc:spChg>
        <pc:spChg chg="add mod">
          <ac:chgData name="Aymeric SAS" userId="0709990b-44f5-4bd5-9b81-bd7d889f29cd" providerId="ADAL" clId="{2091728C-5E7A-4D85-9700-94E9CE656D0D}" dt="2026-01-05T14:12:28.602" v="3969" actId="14100"/>
          <ac:spMkLst>
            <pc:docMk/>
            <pc:sldMk cId="106694105" sldId="282"/>
            <ac:spMk id="7" creationId="{01D2BEF1-23DD-D7A8-53A4-F5192799CAB5}"/>
          </ac:spMkLst>
        </pc:spChg>
        <pc:picChg chg="del">
          <ac:chgData name="Aymeric SAS" userId="0709990b-44f5-4bd5-9b81-bd7d889f29cd" providerId="ADAL" clId="{2091728C-5E7A-4D85-9700-94E9CE656D0D}" dt="2026-01-05T14:11:19.943" v="3958" actId="478"/>
          <ac:picMkLst>
            <pc:docMk/>
            <pc:sldMk cId="106694105" sldId="282"/>
            <ac:picMk id="5" creationId="{2740D767-95E6-B036-E53E-5BFC7FC8F776}"/>
          </ac:picMkLst>
        </pc:picChg>
        <pc:picChg chg="del">
          <ac:chgData name="Aymeric SAS" userId="0709990b-44f5-4bd5-9b81-bd7d889f29cd" providerId="ADAL" clId="{2091728C-5E7A-4D85-9700-94E9CE656D0D}" dt="2026-01-05T14:11:20.774" v="3959" actId="478"/>
          <ac:picMkLst>
            <pc:docMk/>
            <pc:sldMk cId="106694105" sldId="282"/>
            <ac:picMk id="6" creationId="{7FD12A66-144E-0160-41EB-9D57ADAAF437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4:14:29.157" v="4005" actId="1076"/>
        <pc:sldMkLst>
          <pc:docMk/>
          <pc:sldMk cId="1878591090" sldId="283"/>
        </pc:sldMkLst>
        <pc:spChg chg="mod">
          <ac:chgData name="Aymeric SAS" userId="0709990b-44f5-4bd5-9b81-bd7d889f29cd" providerId="ADAL" clId="{2091728C-5E7A-4D85-9700-94E9CE656D0D}" dt="2026-01-05T14:12:56.226" v="3972"/>
          <ac:spMkLst>
            <pc:docMk/>
            <pc:sldMk cId="1878591090" sldId="283"/>
            <ac:spMk id="2" creationId="{0C3AB208-F05E-AAA8-FC77-3B8AD291E88F}"/>
          </ac:spMkLst>
        </pc:spChg>
        <pc:spChg chg="mod">
          <ac:chgData name="Aymeric SAS" userId="0709990b-44f5-4bd5-9b81-bd7d889f29cd" providerId="ADAL" clId="{2091728C-5E7A-4D85-9700-94E9CE656D0D}" dt="2026-01-05T14:14:29.157" v="4005" actId="1076"/>
          <ac:spMkLst>
            <pc:docMk/>
            <pc:sldMk cId="1878591090" sldId="283"/>
            <ac:spMk id="3" creationId="{C20C5FCC-989B-7D83-7691-1DE4F89C8B5A}"/>
          </ac:spMkLst>
        </pc:spChg>
        <pc:picChg chg="add mod">
          <ac:chgData name="Aymeric SAS" userId="0709990b-44f5-4bd5-9b81-bd7d889f29cd" providerId="ADAL" clId="{2091728C-5E7A-4D85-9700-94E9CE656D0D}" dt="2026-01-05T14:14:20.370" v="4004" actId="1076"/>
          <ac:picMkLst>
            <pc:docMk/>
            <pc:sldMk cId="1878591090" sldId="283"/>
            <ac:picMk id="4" creationId="{BADA4472-0CD9-4AF6-043A-C8F770B25B8E}"/>
          </ac:picMkLst>
        </pc:picChg>
        <pc:picChg chg="del">
          <ac:chgData name="Aymeric SAS" userId="0709990b-44f5-4bd5-9b81-bd7d889f29cd" providerId="ADAL" clId="{2091728C-5E7A-4D85-9700-94E9CE656D0D}" dt="2026-01-05T14:13:42.138" v="3993" actId="478"/>
          <ac:picMkLst>
            <pc:docMk/>
            <pc:sldMk cId="1878591090" sldId="283"/>
            <ac:picMk id="5" creationId="{F91186D5-999E-FA15-D90A-10994A81736C}"/>
          </ac:picMkLst>
        </pc:picChg>
      </pc:sldChg>
      <pc:sldChg chg="addSp delSp modSp add del mod">
        <pc:chgData name="Aymeric SAS" userId="0709990b-44f5-4bd5-9b81-bd7d889f29cd" providerId="ADAL" clId="{2091728C-5E7A-4D85-9700-94E9CE656D0D}" dt="2026-01-05T14:37:28.200" v="4112" actId="47"/>
        <pc:sldMkLst>
          <pc:docMk/>
          <pc:sldMk cId="2515429947" sldId="284"/>
        </pc:sldMkLst>
        <pc:spChg chg="mod">
          <ac:chgData name="Aymeric SAS" userId="0709990b-44f5-4bd5-9b81-bd7d889f29cd" providerId="ADAL" clId="{2091728C-5E7A-4D85-9700-94E9CE656D0D}" dt="2026-01-05T14:14:51.047" v="4009"/>
          <ac:spMkLst>
            <pc:docMk/>
            <pc:sldMk cId="2515429947" sldId="284"/>
            <ac:spMk id="2" creationId="{48EFA9B8-7E5B-4E64-86B6-F6F2AA3A721E}"/>
          </ac:spMkLst>
        </pc:spChg>
        <pc:spChg chg="mod">
          <ac:chgData name="Aymeric SAS" userId="0709990b-44f5-4bd5-9b81-bd7d889f29cd" providerId="ADAL" clId="{2091728C-5E7A-4D85-9700-94E9CE656D0D}" dt="2026-01-05T14:15:48.355" v="4026" actId="120"/>
          <ac:spMkLst>
            <pc:docMk/>
            <pc:sldMk cId="2515429947" sldId="284"/>
            <ac:spMk id="3" creationId="{5D1F141A-FA5D-DF7E-B9AA-AB4A71E68FF5}"/>
          </ac:spMkLst>
        </pc:spChg>
        <pc:picChg chg="del mod">
          <ac:chgData name="Aymeric SAS" userId="0709990b-44f5-4bd5-9b81-bd7d889f29cd" providerId="ADAL" clId="{2091728C-5E7A-4D85-9700-94E9CE656D0D}" dt="2026-01-05T14:15:16.570" v="4016" actId="478"/>
          <ac:picMkLst>
            <pc:docMk/>
            <pc:sldMk cId="2515429947" sldId="284"/>
            <ac:picMk id="4" creationId="{B9541E67-D41B-2738-8BDD-FFCD45856DBF}"/>
          </ac:picMkLst>
        </pc:picChg>
        <pc:picChg chg="add mod">
          <ac:chgData name="Aymeric SAS" userId="0709990b-44f5-4bd5-9b81-bd7d889f29cd" providerId="ADAL" clId="{2091728C-5E7A-4D85-9700-94E9CE656D0D}" dt="2026-01-05T14:15:32.765" v="4022" actId="14100"/>
          <ac:picMkLst>
            <pc:docMk/>
            <pc:sldMk cId="2515429947" sldId="284"/>
            <ac:picMk id="5" creationId="{884B69FB-3FB0-C378-18D4-04EDD0CCBEFD}"/>
          </ac:picMkLst>
        </pc:picChg>
      </pc:sldChg>
      <pc:sldChg chg="delSp modSp add mod ord">
        <pc:chgData name="Aymeric SAS" userId="0709990b-44f5-4bd5-9b81-bd7d889f29cd" providerId="ADAL" clId="{2091728C-5E7A-4D85-9700-94E9CE656D0D}" dt="2026-01-05T14:38:12.784" v="4120"/>
        <pc:sldMkLst>
          <pc:docMk/>
          <pc:sldMk cId="3388698715" sldId="285"/>
        </pc:sldMkLst>
        <pc:spChg chg="mod">
          <ac:chgData name="Aymeric SAS" userId="0709990b-44f5-4bd5-9b81-bd7d889f29cd" providerId="ADAL" clId="{2091728C-5E7A-4D85-9700-94E9CE656D0D}" dt="2026-01-05T14:16:41.419" v="4029"/>
          <ac:spMkLst>
            <pc:docMk/>
            <pc:sldMk cId="3388698715" sldId="285"/>
            <ac:spMk id="2" creationId="{48EFA9B8-7E5B-4E64-86B6-F6F2AA3A721E}"/>
          </ac:spMkLst>
        </pc:spChg>
        <pc:spChg chg="mod">
          <ac:chgData name="Aymeric SAS" userId="0709990b-44f5-4bd5-9b81-bd7d889f29cd" providerId="ADAL" clId="{2091728C-5E7A-4D85-9700-94E9CE656D0D}" dt="2026-01-05T14:17:02.745" v="4036" actId="404"/>
          <ac:spMkLst>
            <pc:docMk/>
            <pc:sldMk cId="3388698715" sldId="285"/>
            <ac:spMk id="3" creationId="{5D1F141A-FA5D-DF7E-B9AA-AB4A71E68FF5}"/>
          </ac:spMkLst>
        </pc:spChg>
        <pc:picChg chg="del">
          <ac:chgData name="Aymeric SAS" userId="0709990b-44f5-4bd5-9b81-bd7d889f29cd" providerId="ADAL" clId="{2091728C-5E7A-4D85-9700-94E9CE656D0D}" dt="2026-01-05T14:16:51.620" v="4031" actId="478"/>
          <ac:picMkLst>
            <pc:docMk/>
            <pc:sldMk cId="3388698715" sldId="285"/>
            <ac:picMk id="4" creationId="{B9541E67-D41B-2738-8BDD-FFCD45856DBF}"/>
          </ac:picMkLst>
        </pc:picChg>
      </pc:sldChg>
      <pc:sldChg chg="addSp modSp add del mod">
        <pc:chgData name="Aymeric SAS" userId="0709990b-44f5-4bd5-9b81-bd7d889f29cd" providerId="ADAL" clId="{2091728C-5E7A-4D85-9700-94E9CE656D0D}" dt="2026-01-05T14:35:39.818" v="4084" actId="47"/>
        <pc:sldMkLst>
          <pc:docMk/>
          <pc:sldMk cId="2322766520" sldId="286"/>
        </pc:sldMkLst>
        <pc:spChg chg="mod">
          <ac:chgData name="Aymeric SAS" userId="0709990b-44f5-4bd5-9b81-bd7d889f29cd" providerId="ADAL" clId="{2091728C-5E7A-4D85-9700-94E9CE656D0D}" dt="2026-01-05T14:29:26.746" v="4040"/>
          <ac:spMkLst>
            <pc:docMk/>
            <pc:sldMk cId="2322766520" sldId="286"/>
            <ac:spMk id="2" creationId="{C620B040-AA54-131F-CF9B-6ED6447E17BD}"/>
          </ac:spMkLst>
        </pc:spChg>
        <pc:spChg chg="add mod">
          <ac:chgData name="Aymeric SAS" userId="0709990b-44f5-4bd5-9b81-bd7d889f29cd" providerId="ADAL" clId="{2091728C-5E7A-4D85-9700-94E9CE656D0D}" dt="2026-01-05T14:29:46.132" v="4048" actId="113"/>
          <ac:spMkLst>
            <pc:docMk/>
            <pc:sldMk cId="2322766520" sldId="286"/>
            <ac:spMk id="6" creationId="{2B131B58-703D-5969-7CCA-0B06A4B4808D}"/>
          </ac:spMkLst>
        </pc:spChg>
        <pc:picChg chg="add mod">
          <ac:chgData name="Aymeric SAS" userId="0709990b-44f5-4bd5-9b81-bd7d889f29cd" providerId="ADAL" clId="{2091728C-5E7A-4D85-9700-94E9CE656D0D}" dt="2026-01-05T14:29:37.709" v="4044" actId="1076"/>
          <ac:picMkLst>
            <pc:docMk/>
            <pc:sldMk cId="2322766520" sldId="286"/>
            <ac:picMk id="4" creationId="{AA65E02D-5F83-A567-3AFA-EF77B6852A83}"/>
          </ac:picMkLst>
        </pc:picChg>
      </pc:sldChg>
      <pc:sldChg chg="addSp delSp modSp add mod ord">
        <pc:chgData name="Aymeric SAS" userId="0709990b-44f5-4bd5-9b81-bd7d889f29cd" providerId="ADAL" clId="{2091728C-5E7A-4D85-9700-94E9CE656D0D}" dt="2026-01-05T14:38:09.439" v="4118" actId="20578"/>
        <pc:sldMkLst>
          <pc:docMk/>
          <pc:sldMk cId="3648950796" sldId="287"/>
        </pc:sldMkLst>
        <pc:spChg chg="mod">
          <ac:chgData name="Aymeric SAS" userId="0709990b-44f5-4bd5-9b81-bd7d889f29cd" providerId="ADAL" clId="{2091728C-5E7A-4D85-9700-94E9CE656D0D}" dt="2026-01-05T14:31:00.601" v="4053"/>
          <ac:spMkLst>
            <pc:docMk/>
            <pc:sldMk cId="3648950796" sldId="287"/>
            <ac:spMk id="2" creationId="{0C3AB208-F05E-AAA8-FC77-3B8AD291E88F}"/>
          </ac:spMkLst>
        </pc:spChg>
        <pc:spChg chg="mod">
          <ac:chgData name="Aymeric SAS" userId="0709990b-44f5-4bd5-9b81-bd7d889f29cd" providerId="ADAL" clId="{2091728C-5E7A-4D85-9700-94E9CE656D0D}" dt="2026-01-05T14:31:18.815" v="4062" actId="20577"/>
          <ac:spMkLst>
            <pc:docMk/>
            <pc:sldMk cId="3648950796" sldId="287"/>
            <ac:spMk id="3" creationId="{C20C5FCC-989B-7D83-7691-1DE4F89C8B5A}"/>
          </ac:spMkLst>
        </pc:spChg>
        <pc:picChg chg="add mod">
          <ac:chgData name="Aymeric SAS" userId="0709990b-44f5-4bd5-9b81-bd7d889f29cd" providerId="ADAL" clId="{2091728C-5E7A-4D85-9700-94E9CE656D0D}" dt="2026-01-05T14:31:28.614" v="4066" actId="14100"/>
          <ac:picMkLst>
            <pc:docMk/>
            <pc:sldMk cId="3648950796" sldId="287"/>
            <ac:picMk id="4" creationId="{1ECCEAE7-431B-9CB8-E652-E8725A020FCA}"/>
          </ac:picMkLst>
        </pc:picChg>
        <pc:picChg chg="del">
          <ac:chgData name="Aymeric SAS" userId="0709990b-44f5-4bd5-9b81-bd7d889f29cd" providerId="ADAL" clId="{2091728C-5E7A-4D85-9700-94E9CE656D0D}" dt="2026-01-05T14:31:22.270" v="4063" actId="478"/>
          <ac:picMkLst>
            <pc:docMk/>
            <pc:sldMk cId="3648950796" sldId="287"/>
            <ac:picMk id="5" creationId="{F91186D5-999E-FA15-D90A-10994A81736C}"/>
          </ac:picMkLst>
        </pc:picChg>
      </pc:sldChg>
      <pc:sldChg chg="add del">
        <pc:chgData name="Aymeric SAS" userId="0709990b-44f5-4bd5-9b81-bd7d889f29cd" providerId="ADAL" clId="{2091728C-5E7A-4D85-9700-94E9CE656D0D}" dt="2026-01-05T14:39:15.023" v="4135" actId="47"/>
        <pc:sldMkLst>
          <pc:docMk/>
          <pc:sldMk cId="2299759970" sldId="288"/>
        </pc:sldMkLst>
      </pc:sldChg>
      <pc:sldChg chg="addSp modSp add mod">
        <pc:chgData name="Aymeric SAS" userId="0709990b-44f5-4bd5-9b81-bd7d889f29cd" providerId="ADAL" clId="{2091728C-5E7A-4D85-9700-94E9CE656D0D}" dt="2026-01-05T14:37:21.681" v="4111" actId="1076"/>
        <pc:sldMkLst>
          <pc:docMk/>
          <pc:sldMk cId="2677324252" sldId="289"/>
        </pc:sldMkLst>
        <pc:spChg chg="mod">
          <ac:chgData name="Aymeric SAS" userId="0709990b-44f5-4bd5-9b81-bd7d889f29cd" providerId="ADAL" clId="{2091728C-5E7A-4D85-9700-94E9CE656D0D}" dt="2026-01-05T14:36:51.134" v="4103" actId="1076"/>
          <ac:spMkLst>
            <pc:docMk/>
            <pc:sldMk cId="2677324252" sldId="289"/>
            <ac:spMk id="2" creationId="{C620B040-AA54-131F-CF9B-6ED6447E17BD}"/>
          </ac:spMkLst>
        </pc:spChg>
        <pc:spChg chg="add mod">
          <ac:chgData name="Aymeric SAS" userId="0709990b-44f5-4bd5-9b81-bd7d889f29cd" providerId="ADAL" clId="{2091728C-5E7A-4D85-9700-94E9CE656D0D}" dt="2026-01-05T14:37:08.838" v="4109" actId="1076"/>
          <ac:spMkLst>
            <pc:docMk/>
            <pc:sldMk cId="2677324252" sldId="289"/>
            <ac:spMk id="5" creationId="{949E5E49-B093-4564-4247-C061E9530FAE}"/>
          </ac:spMkLst>
        </pc:spChg>
        <pc:picChg chg="add mod">
          <ac:chgData name="Aymeric SAS" userId="0709990b-44f5-4bd5-9b81-bd7d889f29cd" providerId="ADAL" clId="{2091728C-5E7A-4D85-9700-94E9CE656D0D}" dt="2026-01-05T14:37:21.681" v="4111" actId="1076"/>
          <ac:picMkLst>
            <pc:docMk/>
            <pc:sldMk cId="2677324252" sldId="289"/>
            <ac:picMk id="4" creationId="{04E078FE-32C0-9900-C98B-DC4BDBAD6D55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4:35:37.621" v="4083"/>
        <pc:sldMkLst>
          <pc:docMk/>
          <pc:sldMk cId="3486805598" sldId="290"/>
        </pc:sldMkLst>
        <pc:spChg chg="mod">
          <ac:chgData name="Aymeric SAS" userId="0709990b-44f5-4bd5-9b81-bd7d889f29cd" providerId="ADAL" clId="{2091728C-5E7A-4D85-9700-94E9CE656D0D}" dt="2026-01-05T14:35:37.621" v="4083"/>
          <ac:spMkLst>
            <pc:docMk/>
            <pc:sldMk cId="3486805598" sldId="290"/>
            <ac:spMk id="3" creationId="{5C2989E1-AABC-0D12-63D7-AB2E529B2C76}"/>
          </ac:spMkLst>
        </pc:spChg>
        <pc:spChg chg="add mod">
          <ac:chgData name="Aymeric SAS" userId="0709990b-44f5-4bd5-9b81-bd7d889f29cd" providerId="ADAL" clId="{2091728C-5E7A-4D85-9700-94E9CE656D0D}" dt="2026-01-05T14:35:25.344" v="4080" actId="1076"/>
          <ac:spMkLst>
            <pc:docMk/>
            <pc:sldMk cId="3486805598" sldId="290"/>
            <ac:spMk id="9" creationId="{ECE75F30-562F-E684-9DC1-90570EF28274}"/>
          </ac:spMkLst>
        </pc:spChg>
        <pc:picChg chg="del">
          <ac:chgData name="Aymeric SAS" userId="0709990b-44f5-4bd5-9b81-bd7d889f29cd" providerId="ADAL" clId="{2091728C-5E7A-4D85-9700-94E9CE656D0D}" dt="2026-01-05T14:35:04.707" v="4074" actId="478"/>
          <ac:picMkLst>
            <pc:docMk/>
            <pc:sldMk cId="3486805598" sldId="290"/>
            <ac:picMk id="5" creationId="{B06451E9-87D3-EA59-DD64-3F75AC51DFF2}"/>
          </ac:picMkLst>
        </pc:picChg>
        <pc:picChg chg="del">
          <ac:chgData name="Aymeric SAS" userId="0709990b-44f5-4bd5-9b81-bd7d889f29cd" providerId="ADAL" clId="{2091728C-5E7A-4D85-9700-94E9CE656D0D}" dt="2026-01-05T14:35:10.227" v="4076" actId="478"/>
          <ac:picMkLst>
            <pc:docMk/>
            <pc:sldMk cId="3486805598" sldId="290"/>
            <ac:picMk id="6" creationId="{0FEC89B9-1153-E508-EA43-FC73665DCA01}"/>
          </ac:picMkLst>
        </pc:picChg>
        <pc:picChg chg="add mod">
          <ac:chgData name="Aymeric SAS" userId="0709990b-44f5-4bd5-9b81-bd7d889f29cd" providerId="ADAL" clId="{2091728C-5E7A-4D85-9700-94E9CE656D0D}" dt="2026-01-05T14:35:22.528" v="4079" actId="1076"/>
          <ac:picMkLst>
            <pc:docMk/>
            <pc:sldMk cId="3486805598" sldId="290"/>
            <ac:picMk id="10" creationId="{1DC77902-D0D9-E4A9-B659-2C10C06FE076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4:39:11.314" v="4134" actId="1076"/>
        <pc:sldMkLst>
          <pc:docMk/>
          <pc:sldMk cId="528441481" sldId="291"/>
        </pc:sldMkLst>
        <pc:spChg chg="mod">
          <ac:chgData name="Aymeric SAS" userId="0709990b-44f5-4bd5-9b81-bd7d889f29cd" providerId="ADAL" clId="{2091728C-5E7A-4D85-9700-94E9CE656D0D}" dt="2026-01-05T14:38:52.389" v="4125"/>
          <ac:spMkLst>
            <pc:docMk/>
            <pc:sldMk cId="528441481" sldId="291"/>
            <ac:spMk id="3" creationId="{41939E0A-3796-5218-1D39-5F24FC41D2A9}"/>
          </ac:spMkLst>
        </pc:spChg>
        <pc:spChg chg="del mod">
          <ac:chgData name="Aymeric SAS" userId="0709990b-44f5-4bd5-9b81-bd7d889f29cd" providerId="ADAL" clId="{2091728C-5E7A-4D85-9700-94E9CE656D0D}" dt="2026-01-05T14:39:08.256" v="4132"/>
          <ac:spMkLst>
            <pc:docMk/>
            <pc:sldMk cId="528441481" sldId="291"/>
            <ac:spMk id="7" creationId="{80B582B7-6458-DC96-A4AD-2E5BC9D8DFB5}"/>
          </ac:spMkLst>
        </pc:spChg>
        <pc:picChg chg="del">
          <ac:chgData name="Aymeric SAS" userId="0709990b-44f5-4bd5-9b81-bd7d889f29cd" providerId="ADAL" clId="{2091728C-5E7A-4D85-9700-94E9CE656D0D}" dt="2026-01-05T14:38:57.928" v="4126" actId="478"/>
          <ac:picMkLst>
            <pc:docMk/>
            <pc:sldMk cId="528441481" sldId="291"/>
            <ac:picMk id="5" creationId="{5B3FFE84-9987-EC4B-19CE-BF6F99CC069B}"/>
          </ac:picMkLst>
        </pc:picChg>
        <pc:picChg chg="add mod">
          <ac:chgData name="Aymeric SAS" userId="0709990b-44f5-4bd5-9b81-bd7d889f29cd" providerId="ADAL" clId="{2091728C-5E7A-4D85-9700-94E9CE656D0D}" dt="2026-01-05T14:39:11.314" v="4134" actId="1076"/>
          <ac:picMkLst>
            <pc:docMk/>
            <pc:sldMk cId="528441481" sldId="291"/>
            <ac:picMk id="6" creationId="{C792B787-43A3-D82B-A879-39E4E4CD646B}"/>
          </ac:picMkLst>
        </pc:picChg>
      </pc:sldChg>
      <pc:sldChg chg="addSp delSp modSp add mod">
        <pc:chgData name="Aymeric SAS" userId="0709990b-44f5-4bd5-9b81-bd7d889f29cd" providerId="ADAL" clId="{2091728C-5E7A-4D85-9700-94E9CE656D0D}" dt="2026-01-05T14:45:57.979" v="4484" actId="20577"/>
        <pc:sldMkLst>
          <pc:docMk/>
          <pc:sldMk cId="2482385169" sldId="292"/>
        </pc:sldMkLst>
        <pc:spChg chg="mod">
          <ac:chgData name="Aymeric SAS" userId="0709990b-44f5-4bd5-9b81-bd7d889f29cd" providerId="ADAL" clId="{2091728C-5E7A-4D85-9700-94E9CE656D0D}" dt="2026-01-05T14:40:56.287" v="4154" actId="20577"/>
          <ac:spMkLst>
            <pc:docMk/>
            <pc:sldMk cId="2482385169" sldId="292"/>
            <ac:spMk id="3" creationId="{4438F06C-5A5A-3675-276B-347E372FAC47}"/>
          </ac:spMkLst>
        </pc:spChg>
        <pc:graphicFrameChg chg="add del mod modGraphic">
          <ac:chgData name="Aymeric SAS" userId="0709990b-44f5-4bd5-9b81-bd7d889f29cd" providerId="ADAL" clId="{2091728C-5E7A-4D85-9700-94E9CE656D0D}" dt="2026-01-05T14:45:57.979" v="4484" actId="20577"/>
          <ac:graphicFrameMkLst>
            <pc:docMk/>
            <pc:sldMk cId="2482385169" sldId="292"/>
            <ac:graphicFrameMk id="5" creationId="{7F849087-6EE3-D000-ECC4-B9B0FDCD60E1}"/>
          </ac:graphicFrameMkLst>
        </pc:graphicFrameChg>
      </pc:sldChg>
      <pc:sldChg chg="add ord">
        <pc:chgData name="Aymeric SAS" userId="0709990b-44f5-4bd5-9b81-bd7d889f29cd" providerId="ADAL" clId="{2091728C-5E7A-4D85-9700-94E9CE656D0D}" dt="2026-01-05T14:46:06.820" v="4488"/>
        <pc:sldMkLst>
          <pc:docMk/>
          <pc:sldMk cId="1367887095" sldId="293"/>
        </pc:sldMkLst>
      </pc:sldChg>
      <pc:sldMasterChg chg="add addSldLayout">
        <pc:chgData name="Aymeric SAS" userId="0709990b-44f5-4bd5-9b81-bd7d889f29cd" providerId="ADAL" clId="{2091728C-5E7A-4D85-9700-94E9CE656D0D}" dt="2026-01-05T14:29:19.126" v="4038" actId="27028"/>
        <pc:sldMasterMkLst>
          <pc:docMk/>
          <pc:sldMasterMk cId="3747095735" sldId="2147483851"/>
        </pc:sldMasterMkLst>
        <pc:sldLayoutChg chg="add">
          <pc:chgData name="Aymeric SAS" userId="0709990b-44f5-4bd5-9b81-bd7d889f29cd" providerId="ADAL" clId="{2091728C-5E7A-4D85-9700-94E9CE656D0D}" dt="2026-01-05T14:29:19.126" v="4038" actId="27028"/>
          <pc:sldLayoutMkLst>
            <pc:docMk/>
            <pc:sldMasterMk cId="3747095735" sldId="2147483851"/>
            <pc:sldLayoutMk cId="495252514" sldId="2147483855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4:05:24.541" v="3887" actId="27028"/>
        <pc:sldMasterMkLst>
          <pc:docMk/>
          <pc:sldMasterMk cId="3691805841" sldId="2147483859"/>
        </pc:sldMasterMkLst>
        <pc:sldLayoutChg chg="add">
          <pc:chgData name="Aymeric SAS" userId="0709990b-44f5-4bd5-9b81-bd7d889f29cd" providerId="ADAL" clId="{2091728C-5E7A-4D85-9700-94E9CE656D0D}" dt="2026-01-05T14:05:24.541" v="3887" actId="27028"/>
          <pc:sldLayoutMkLst>
            <pc:docMk/>
            <pc:sldMasterMk cId="3691805841" sldId="2147483859"/>
            <pc:sldLayoutMk cId="1766174038" sldId="2147483863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4:39:24.216" v="4136" actId="27028"/>
        <pc:sldMasterMkLst>
          <pc:docMk/>
          <pc:sldMasterMk cId="1940406553" sldId="2147483879"/>
        </pc:sldMasterMkLst>
        <pc:sldLayoutChg chg="add">
          <pc:chgData name="Aymeric SAS" userId="0709990b-44f5-4bd5-9b81-bd7d889f29cd" providerId="ADAL" clId="{2091728C-5E7A-4D85-9700-94E9CE656D0D}" dt="2026-01-05T14:08:12.448" v="3918" actId="27028"/>
          <pc:sldLayoutMkLst>
            <pc:docMk/>
            <pc:sldMasterMk cId="1940406553" sldId="2147483879"/>
            <pc:sldLayoutMk cId="237636493" sldId="2147483880"/>
          </pc:sldLayoutMkLst>
        </pc:sldLayoutChg>
        <pc:sldLayoutChg chg="add">
          <pc:chgData name="Aymeric SAS" userId="0709990b-44f5-4bd5-9b81-bd7d889f29cd" providerId="ADAL" clId="{2091728C-5E7A-4D85-9700-94E9CE656D0D}" dt="2026-01-05T14:10:55.505" v="3955" actId="27028"/>
          <pc:sldLayoutMkLst>
            <pc:docMk/>
            <pc:sldMasterMk cId="1940406553" sldId="2147483879"/>
            <pc:sldLayoutMk cId="894271695" sldId="2147483881"/>
          </pc:sldLayoutMkLst>
        </pc:sldLayoutChg>
        <pc:sldLayoutChg chg="add">
          <pc:chgData name="Aymeric SAS" userId="0709990b-44f5-4bd5-9b81-bd7d889f29cd" providerId="ADAL" clId="{2091728C-5E7A-4D85-9700-94E9CE656D0D}" dt="2026-01-05T14:34:59.644" v="4072" actId="27028"/>
          <pc:sldLayoutMkLst>
            <pc:docMk/>
            <pc:sldMasterMk cId="1940406553" sldId="2147483879"/>
            <pc:sldLayoutMk cId="2480768608" sldId="2147483883"/>
          </pc:sldLayoutMkLst>
        </pc:sldLayoutChg>
        <pc:sldLayoutChg chg="add">
          <pc:chgData name="Aymeric SAS" userId="0709990b-44f5-4bd5-9b81-bd7d889f29cd" providerId="ADAL" clId="{2091728C-5E7A-4D85-9700-94E9CE656D0D}" dt="2026-01-05T14:34:15.327" v="4068" actId="27028"/>
          <pc:sldLayoutMkLst>
            <pc:docMk/>
            <pc:sldMasterMk cId="1940406553" sldId="2147483879"/>
            <pc:sldLayoutMk cId="3948092098" sldId="2147483884"/>
          </pc:sldLayoutMkLst>
        </pc:sldLayoutChg>
        <pc:sldLayoutChg chg="add">
          <pc:chgData name="Aymeric SAS" userId="0709990b-44f5-4bd5-9b81-bd7d889f29cd" providerId="ADAL" clId="{2091728C-5E7A-4D85-9700-94E9CE656D0D}" dt="2026-01-05T14:39:24.216" v="4136" actId="27028"/>
          <pc:sldLayoutMkLst>
            <pc:docMk/>
            <pc:sldMasterMk cId="1940406553" sldId="2147483879"/>
            <pc:sldLayoutMk cId="119475839" sldId="2147483885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4:06:01.098" v="3894" actId="27028"/>
        <pc:sldMasterMkLst>
          <pc:docMk/>
          <pc:sldMasterMk cId="2375520054" sldId="2147483902"/>
        </pc:sldMasterMkLst>
        <pc:sldLayoutChg chg="add">
          <pc:chgData name="Aymeric SAS" userId="0709990b-44f5-4bd5-9b81-bd7d889f29cd" providerId="ADAL" clId="{2091728C-5E7A-4D85-9700-94E9CE656D0D}" dt="2026-01-05T14:06:01.098" v="3894" actId="27028"/>
          <pc:sldLayoutMkLst>
            <pc:docMk/>
            <pc:sldMasterMk cId="2375520054" sldId="2147483902"/>
            <pc:sldLayoutMk cId="1740428982" sldId="2147483912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4:46:04.934" v="4485" actId="27028"/>
        <pc:sldMasterMkLst>
          <pc:docMk/>
          <pc:sldMasterMk cId="11795512" sldId="2147483913"/>
        </pc:sldMasterMkLst>
        <pc:sldLayoutChg chg="add">
          <pc:chgData name="Aymeric SAS" userId="0709990b-44f5-4bd5-9b81-bd7d889f29cd" providerId="ADAL" clId="{2091728C-5E7A-4D85-9700-94E9CE656D0D}" dt="2026-01-05T14:46:04.934" v="4485" actId="27028"/>
          <pc:sldLayoutMkLst>
            <pc:docMk/>
            <pc:sldMasterMk cId="11795512" sldId="2147483913"/>
            <pc:sldLayoutMk cId="40820038" sldId="2147483914"/>
          </pc:sldLayoutMkLst>
        </pc:sldLayoutChg>
      </pc:sldMasterChg>
      <pc:sldMasterChg chg="add addSldLayout">
        <pc:chgData name="Aymeric SAS" userId="0709990b-44f5-4bd5-9b81-bd7d889f29cd" providerId="ADAL" clId="{2091728C-5E7A-4D85-9700-94E9CE656D0D}" dt="2026-01-05T14:09:31.048" v="3930" actId="27028"/>
        <pc:sldMasterMkLst>
          <pc:docMk/>
          <pc:sldMasterMk cId="1131587919" sldId="2147483917"/>
        </pc:sldMasterMkLst>
        <pc:sldLayoutChg chg="add">
          <pc:chgData name="Aymeric SAS" userId="0709990b-44f5-4bd5-9b81-bd7d889f29cd" providerId="ADAL" clId="{2091728C-5E7A-4D85-9700-94E9CE656D0D}" dt="2026-01-05T14:09:31.048" v="3930" actId="27028"/>
          <pc:sldLayoutMkLst>
            <pc:docMk/>
            <pc:sldMasterMk cId="1131587919" sldId="2147483917"/>
            <pc:sldLayoutMk cId="1697709035" sldId="2147483925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D28310-3ED0-49BE-90A9-A9CCBD7E656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07A2364-7BA0-4F5F-BA4E-575476D0023E}">
      <dgm:prSet/>
      <dgm:spPr/>
      <dgm:t>
        <a:bodyPr/>
        <a:lstStyle/>
        <a:p>
          <a:r>
            <a:rPr lang="fr-FR" noProof="0" dirty="0"/>
            <a:t>Production solaire dépend de la lumière reçue</a:t>
          </a:r>
        </a:p>
      </dgm:t>
    </dgm:pt>
    <dgm:pt modelId="{2BD2546B-4F89-473B-82A9-A599A3A7F9A5}" type="sibTrans" cxnId="{8360D57C-49C9-4CAD-89B5-80922F3C2913}">
      <dgm:prSet/>
      <dgm:spPr/>
      <dgm:t>
        <a:bodyPr/>
        <a:lstStyle/>
        <a:p>
          <a:endParaRPr lang="en-US"/>
        </a:p>
      </dgm:t>
    </dgm:pt>
    <dgm:pt modelId="{AF55AF22-115A-4B35-A36D-2EBEA7D2985F}" type="parTrans" cxnId="{8360D57C-49C9-4CAD-89B5-80922F3C2913}">
      <dgm:prSet/>
      <dgm:spPr/>
      <dgm:t>
        <a:bodyPr/>
        <a:lstStyle/>
        <a:p>
          <a:endParaRPr lang="en-US"/>
        </a:p>
      </dgm:t>
    </dgm:pt>
    <dgm:pt modelId="{214B36BE-9153-4BAE-937E-BFD201B82E9D}">
      <dgm:prSet/>
      <dgm:spPr/>
      <dgm:t>
        <a:bodyPr/>
        <a:lstStyle/>
        <a:p>
          <a:r>
            <a:rPr lang="fr-FR" noProof="0" dirty="0"/>
            <a:t>Différence entre autoconsommation/ autoproduction</a:t>
          </a:r>
        </a:p>
      </dgm:t>
    </dgm:pt>
    <dgm:pt modelId="{72FCD1D8-E0D2-454D-9F33-C97417030903}" type="sibTrans" cxnId="{822DE57F-7925-48E7-AA04-E62AC379A5AB}">
      <dgm:prSet/>
      <dgm:spPr/>
      <dgm:t>
        <a:bodyPr/>
        <a:lstStyle/>
        <a:p>
          <a:endParaRPr lang="en-US"/>
        </a:p>
      </dgm:t>
    </dgm:pt>
    <dgm:pt modelId="{4D99CC2B-A6BA-42B4-B7B2-B86E17425560}" type="parTrans" cxnId="{822DE57F-7925-48E7-AA04-E62AC379A5AB}">
      <dgm:prSet/>
      <dgm:spPr/>
      <dgm:t>
        <a:bodyPr/>
        <a:lstStyle/>
        <a:p>
          <a:endParaRPr lang="en-US"/>
        </a:p>
      </dgm:t>
    </dgm:pt>
    <dgm:pt modelId="{A50E5E35-8927-4267-8BC6-CDE274811E44}">
      <dgm:prSet/>
      <dgm:spPr/>
      <dgm:t>
        <a:bodyPr/>
        <a:lstStyle/>
        <a:p>
          <a:r>
            <a:rPr lang="fr-FR" noProof="0" dirty="0"/>
            <a:t>De nombreuses aides financières proposées</a:t>
          </a:r>
        </a:p>
      </dgm:t>
    </dgm:pt>
    <dgm:pt modelId="{1105DA8C-BC91-4807-9841-16704EC89573}" type="sibTrans" cxnId="{0C7D410C-57C0-4CFE-ABCC-66772D9627F1}">
      <dgm:prSet/>
      <dgm:spPr/>
      <dgm:t>
        <a:bodyPr/>
        <a:lstStyle/>
        <a:p>
          <a:endParaRPr lang="en-US"/>
        </a:p>
      </dgm:t>
    </dgm:pt>
    <dgm:pt modelId="{C6E8B57B-C56D-484A-89FA-5476EEE52DAA}" type="parTrans" cxnId="{0C7D410C-57C0-4CFE-ABCC-66772D9627F1}">
      <dgm:prSet/>
      <dgm:spPr/>
      <dgm:t>
        <a:bodyPr/>
        <a:lstStyle/>
        <a:p>
          <a:endParaRPr lang="en-US"/>
        </a:p>
      </dgm:t>
    </dgm:pt>
    <dgm:pt modelId="{F5EBFDA7-478F-46CB-80B8-960097E1E0E6}">
      <dgm:prSet/>
      <dgm:spPr/>
      <dgm:t>
        <a:bodyPr/>
        <a:lstStyle/>
        <a:p>
          <a:r>
            <a:rPr lang="fr-FR" dirty="0"/>
            <a:t>Ajouter une batterie pour augmenter l’autoconsommation</a:t>
          </a:r>
        </a:p>
      </dgm:t>
    </dgm:pt>
    <dgm:pt modelId="{6359E68B-7350-4948-9CA6-0204DE176A29}" type="parTrans" cxnId="{0D255A26-FAC6-4790-BEC3-397BC2B06AA0}">
      <dgm:prSet/>
      <dgm:spPr/>
      <dgm:t>
        <a:bodyPr/>
        <a:lstStyle/>
        <a:p>
          <a:endParaRPr lang="fr-FR"/>
        </a:p>
      </dgm:t>
    </dgm:pt>
    <dgm:pt modelId="{4D4ADD8D-D661-4B8E-9D25-11D546ECC250}" type="sibTrans" cxnId="{0D255A26-FAC6-4790-BEC3-397BC2B06AA0}">
      <dgm:prSet/>
      <dgm:spPr/>
      <dgm:t>
        <a:bodyPr/>
        <a:lstStyle/>
        <a:p>
          <a:endParaRPr lang="fr-FR"/>
        </a:p>
      </dgm:t>
    </dgm:pt>
    <dgm:pt modelId="{37F47ADF-B44D-484A-98C3-BF3A4C9A2160}">
      <dgm:prSet/>
      <dgm:spPr/>
      <dgm:t>
        <a:bodyPr/>
        <a:lstStyle/>
        <a:p>
          <a:r>
            <a:rPr lang="fr-FR" dirty="0"/>
            <a:t>Les 3 modes d’autoconsommation</a:t>
          </a:r>
        </a:p>
      </dgm:t>
    </dgm:pt>
    <dgm:pt modelId="{7B892854-B032-4572-BF85-7352C1A9AE39}" type="parTrans" cxnId="{876A49CC-DCD9-4E96-867D-EBAEE69C748E}">
      <dgm:prSet/>
      <dgm:spPr/>
      <dgm:t>
        <a:bodyPr/>
        <a:lstStyle/>
        <a:p>
          <a:endParaRPr lang="fr-FR"/>
        </a:p>
      </dgm:t>
    </dgm:pt>
    <dgm:pt modelId="{43CF1717-09F5-45B8-B1FE-01983545355E}" type="sibTrans" cxnId="{876A49CC-DCD9-4E96-867D-EBAEE69C748E}">
      <dgm:prSet/>
      <dgm:spPr/>
      <dgm:t>
        <a:bodyPr/>
        <a:lstStyle/>
        <a:p>
          <a:endParaRPr lang="fr-FR"/>
        </a:p>
      </dgm:t>
    </dgm:pt>
    <dgm:pt modelId="{669C82C6-B893-4254-A676-E73FE9597C61}" type="pres">
      <dgm:prSet presAssocID="{C9D28310-3ED0-49BE-90A9-A9CCBD7E6568}" presName="diagram" presStyleCnt="0">
        <dgm:presLayoutVars>
          <dgm:dir/>
          <dgm:resizeHandles val="exact"/>
        </dgm:presLayoutVars>
      </dgm:prSet>
      <dgm:spPr/>
    </dgm:pt>
    <dgm:pt modelId="{129D4830-C8CC-4DA9-BE58-B15380E4C540}" type="pres">
      <dgm:prSet presAssocID="{F07A2364-7BA0-4F5F-BA4E-575476D0023E}" presName="node" presStyleLbl="node1" presStyleIdx="0" presStyleCnt="5">
        <dgm:presLayoutVars>
          <dgm:bulletEnabled val="1"/>
        </dgm:presLayoutVars>
      </dgm:prSet>
      <dgm:spPr/>
    </dgm:pt>
    <dgm:pt modelId="{D4F5A614-6C3F-4E67-9940-DFE8348243BE}" type="pres">
      <dgm:prSet presAssocID="{2BD2546B-4F89-473B-82A9-A599A3A7F9A5}" presName="sibTrans" presStyleCnt="0"/>
      <dgm:spPr/>
    </dgm:pt>
    <dgm:pt modelId="{7804EE62-3A6D-42CD-A221-EE1335340B8C}" type="pres">
      <dgm:prSet presAssocID="{214B36BE-9153-4BAE-937E-BFD201B82E9D}" presName="node" presStyleLbl="node1" presStyleIdx="1" presStyleCnt="5">
        <dgm:presLayoutVars>
          <dgm:bulletEnabled val="1"/>
        </dgm:presLayoutVars>
      </dgm:prSet>
      <dgm:spPr/>
    </dgm:pt>
    <dgm:pt modelId="{2C863E2E-60EF-4C2A-A4BA-73970AB823FF}" type="pres">
      <dgm:prSet presAssocID="{72FCD1D8-E0D2-454D-9F33-C97417030903}" presName="sibTrans" presStyleCnt="0"/>
      <dgm:spPr/>
    </dgm:pt>
    <dgm:pt modelId="{EC400446-498E-417E-9BD1-C0EE8EC6940C}" type="pres">
      <dgm:prSet presAssocID="{37F47ADF-B44D-484A-98C3-BF3A4C9A2160}" presName="node" presStyleLbl="node1" presStyleIdx="2" presStyleCnt="5">
        <dgm:presLayoutVars>
          <dgm:bulletEnabled val="1"/>
        </dgm:presLayoutVars>
      </dgm:prSet>
      <dgm:spPr/>
    </dgm:pt>
    <dgm:pt modelId="{AECE8E68-3E13-4943-B21A-0480755CA541}" type="pres">
      <dgm:prSet presAssocID="{43CF1717-09F5-45B8-B1FE-01983545355E}" presName="sibTrans" presStyleCnt="0"/>
      <dgm:spPr/>
    </dgm:pt>
    <dgm:pt modelId="{2089F8A4-DF10-4B29-8358-ECD8E63A5583}" type="pres">
      <dgm:prSet presAssocID="{F5EBFDA7-478F-46CB-80B8-960097E1E0E6}" presName="node" presStyleLbl="node1" presStyleIdx="3" presStyleCnt="5">
        <dgm:presLayoutVars>
          <dgm:bulletEnabled val="1"/>
        </dgm:presLayoutVars>
      </dgm:prSet>
      <dgm:spPr/>
    </dgm:pt>
    <dgm:pt modelId="{0F62B827-4A30-4D99-AFE3-42B254A37051}" type="pres">
      <dgm:prSet presAssocID="{4D4ADD8D-D661-4B8E-9D25-11D546ECC250}" presName="sibTrans" presStyleCnt="0"/>
      <dgm:spPr/>
    </dgm:pt>
    <dgm:pt modelId="{39ECC2DC-76AA-4744-96CF-403CE6E6E3F2}" type="pres">
      <dgm:prSet presAssocID="{A50E5E35-8927-4267-8BC6-CDE274811E44}" presName="node" presStyleLbl="node1" presStyleIdx="4" presStyleCnt="5">
        <dgm:presLayoutVars>
          <dgm:bulletEnabled val="1"/>
        </dgm:presLayoutVars>
      </dgm:prSet>
      <dgm:spPr/>
    </dgm:pt>
  </dgm:ptLst>
  <dgm:cxnLst>
    <dgm:cxn modelId="{85766B08-A7C9-449E-8F7B-8448F486164F}" type="presOf" srcId="{37F47ADF-B44D-484A-98C3-BF3A4C9A2160}" destId="{EC400446-498E-417E-9BD1-C0EE8EC6940C}" srcOrd="0" destOrd="0" presId="urn:microsoft.com/office/officeart/2005/8/layout/default"/>
    <dgm:cxn modelId="{0C7D410C-57C0-4CFE-ABCC-66772D9627F1}" srcId="{C9D28310-3ED0-49BE-90A9-A9CCBD7E6568}" destId="{A50E5E35-8927-4267-8BC6-CDE274811E44}" srcOrd="4" destOrd="0" parTransId="{C6E8B57B-C56D-484A-89FA-5476EEE52DAA}" sibTransId="{1105DA8C-BC91-4807-9841-16704EC89573}"/>
    <dgm:cxn modelId="{0D255A26-FAC6-4790-BEC3-397BC2B06AA0}" srcId="{C9D28310-3ED0-49BE-90A9-A9CCBD7E6568}" destId="{F5EBFDA7-478F-46CB-80B8-960097E1E0E6}" srcOrd="3" destOrd="0" parTransId="{6359E68B-7350-4948-9CA6-0204DE176A29}" sibTransId="{4D4ADD8D-D661-4B8E-9D25-11D546ECC250}"/>
    <dgm:cxn modelId="{BE1F3954-0278-4ED2-A1F0-08C2165F8984}" type="presOf" srcId="{F07A2364-7BA0-4F5F-BA4E-575476D0023E}" destId="{129D4830-C8CC-4DA9-BE58-B15380E4C540}" srcOrd="0" destOrd="0" presId="urn:microsoft.com/office/officeart/2005/8/layout/default"/>
    <dgm:cxn modelId="{8360D57C-49C9-4CAD-89B5-80922F3C2913}" srcId="{C9D28310-3ED0-49BE-90A9-A9CCBD7E6568}" destId="{F07A2364-7BA0-4F5F-BA4E-575476D0023E}" srcOrd="0" destOrd="0" parTransId="{AF55AF22-115A-4B35-A36D-2EBEA7D2985F}" sibTransId="{2BD2546B-4F89-473B-82A9-A599A3A7F9A5}"/>
    <dgm:cxn modelId="{822DE57F-7925-48E7-AA04-E62AC379A5AB}" srcId="{C9D28310-3ED0-49BE-90A9-A9CCBD7E6568}" destId="{214B36BE-9153-4BAE-937E-BFD201B82E9D}" srcOrd="1" destOrd="0" parTransId="{4D99CC2B-A6BA-42B4-B7B2-B86E17425560}" sibTransId="{72FCD1D8-E0D2-454D-9F33-C97417030903}"/>
    <dgm:cxn modelId="{89B47EB2-304B-49A7-92A7-E78EE0EDDF7A}" type="presOf" srcId="{F5EBFDA7-478F-46CB-80B8-960097E1E0E6}" destId="{2089F8A4-DF10-4B29-8358-ECD8E63A5583}" srcOrd="0" destOrd="0" presId="urn:microsoft.com/office/officeart/2005/8/layout/default"/>
    <dgm:cxn modelId="{B69E95BE-0B6D-490C-9E4E-6F723FE8BCF2}" type="presOf" srcId="{A50E5E35-8927-4267-8BC6-CDE274811E44}" destId="{39ECC2DC-76AA-4744-96CF-403CE6E6E3F2}" srcOrd="0" destOrd="0" presId="urn:microsoft.com/office/officeart/2005/8/layout/default"/>
    <dgm:cxn modelId="{876A49CC-DCD9-4E96-867D-EBAEE69C748E}" srcId="{C9D28310-3ED0-49BE-90A9-A9CCBD7E6568}" destId="{37F47ADF-B44D-484A-98C3-BF3A4C9A2160}" srcOrd="2" destOrd="0" parTransId="{7B892854-B032-4572-BF85-7352C1A9AE39}" sibTransId="{43CF1717-09F5-45B8-B1FE-01983545355E}"/>
    <dgm:cxn modelId="{888F19D4-F9CA-4DBF-B891-CFDA84469222}" type="presOf" srcId="{214B36BE-9153-4BAE-937E-BFD201B82E9D}" destId="{7804EE62-3A6D-42CD-A221-EE1335340B8C}" srcOrd="0" destOrd="0" presId="urn:microsoft.com/office/officeart/2005/8/layout/default"/>
    <dgm:cxn modelId="{0D4976E0-BE26-46D2-84B0-9889207A219D}" type="presOf" srcId="{C9D28310-3ED0-49BE-90A9-A9CCBD7E6568}" destId="{669C82C6-B893-4254-A676-E73FE9597C61}" srcOrd="0" destOrd="0" presId="urn:microsoft.com/office/officeart/2005/8/layout/default"/>
    <dgm:cxn modelId="{5B12BCC0-7DCC-40A2-8922-3B4EC66AC438}" type="presParOf" srcId="{669C82C6-B893-4254-A676-E73FE9597C61}" destId="{129D4830-C8CC-4DA9-BE58-B15380E4C540}" srcOrd="0" destOrd="0" presId="urn:microsoft.com/office/officeart/2005/8/layout/default"/>
    <dgm:cxn modelId="{2DE03B80-8761-4E23-84BD-3E7C6A320341}" type="presParOf" srcId="{669C82C6-B893-4254-A676-E73FE9597C61}" destId="{D4F5A614-6C3F-4E67-9940-DFE8348243BE}" srcOrd="1" destOrd="0" presId="urn:microsoft.com/office/officeart/2005/8/layout/default"/>
    <dgm:cxn modelId="{CABA516D-59A3-47A7-8424-D1A4AFB03222}" type="presParOf" srcId="{669C82C6-B893-4254-A676-E73FE9597C61}" destId="{7804EE62-3A6D-42CD-A221-EE1335340B8C}" srcOrd="2" destOrd="0" presId="urn:microsoft.com/office/officeart/2005/8/layout/default"/>
    <dgm:cxn modelId="{1388389D-66F0-4998-BB51-F5C58B0A47FC}" type="presParOf" srcId="{669C82C6-B893-4254-A676-E73FE9597C61}" destId="{2C863E2E-60EF-4C2A-A4BA-73970AB823FF}" srcOrd="3" destOrd="0" presId="urn:microsoft.com/office/officeart/2005/8/layout/default"/>
    <dgm:cxn modelId="{E4B867F0-5CB8-4AD2-85EB-4AA57B880BED}" type="presParOf" srcId="{669C82C6-B893-4254-A676-E73FE9597C61}" destId="{EC400446-498E-417E-9BD1-C0EE8EC6940C}" srcOrd="4" destOrd="0" presId="urn:microsoft.com/office/officeart/2005/8/layout/default"/>
    <dgm:cxn modelId="{CA4D22B0-FAA3-4CF8-8F76-A9B944B186DE}" type="presParOf" srcId="{669C82C6-B893-4254-A676-E73FE9597C61}" destId="{AECE8E68-3E13-4943-B21A-0480755CA541}" srcOrd="5" destOrd="0" presId="urn:microsoft.com/office/officeart/2005/8/layout/default"/>
    <dgm:cxn modelId="{FBFF0202-8474-4198-A4B4-509D3079BBA3}" type="presParOf" srcId="{669C82C6-B893-4254-A676-E73FE9597C61}" destId="{2089F8A4-DF10-4B29-8358-ECD8E63A5583}" srcOrd="6" destOrd="0" presId="urn:microsoft.com/office/officeart/2005/8/layout/default"/>
    <dgm:cxn modelId="{EFC7A522-698A-402E-B881-3C27F184CA8A}" type="presParOf" srcId="{669C82C6-B893-4254-A676-E73FE9597C61}" destId="{0F62B827-4A30-4D99-AFE3-42B254A37051}" srcOrd="7" destOrd="0" presId="urn:microsoft.com/office/officeart/2005/8/layout/default"/>
    <dgm:cxn modelId="{A9279489-4E98-4D4E-B08A-189470F38209}" type="presParOf" srcId="{669C82C6-B893-4254-A676-E73FE9597C61}" destId="{39ECC2DC-76AA-4744-96CF-403CE6E6E3F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9D4830-C8CC-4DA9-BE58-B15380E4C540}">
      <dsp:nvSpPr>
        <dsp:cNvPr id="0" name=""/>
        <dsp:cNvSpPr/>
      </dsp:nvSpPr>
      <dsp:spPr>
        <a:xfrm>
          <a:off x="792177" y="1626"/>
          <a:ext cx="2642224" cy="1585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noProof="0" dirty="0"/>
            <a:t>Production solaire dépend de la lumière reçue</a:t>
          </a:r>
        </a:p>
      </dsp:txBody>
      <dsp:txXfrm>
        <a:off x="792177" y="1626"/>
        <a:ext cx="2642224" cy="1585334"/>
      </dsp:txXfrm>
    </dsp:sp>
    <dsp:sp modelId="{7804EE62-3A6D-42CD-A221-EE1335340B8C}">
      <dsp:nvSpPr>
        <dsp:cNvPr id="0" name=""/>
        <dsp:cNvSpPr/>
      </dsp:nvSpPr>
      <dsp:spPr>
        <a:xfrm>
          <a:off x="3698623" y="1626"/>
          <a:ext cx="2642224" cy="158533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noProof="0" dirty="0"/>
            <a:t>Différence entre autoconsommation/ autoproduction</a:t>
          </a:r>
        </a:p>
      </dsp:txBody>
      <dsp:txXfrm>
        <a:off x="3698623" y="1626"/>
        <a:ext cx="2642224" cy="1585334"/>
      </dsp:txXfrm>
    </dsp:sp>
    <dsp:sp modelId="{EC400446-498E-417E-9BD1-C0EE8EC6940C}">
      <dsp:nvSpPr>
        <dsp:cNvPr id="0" name=""/>
        <dsp:cNvSpPr/>
      </dsp:nvSpPr>
      <dsp:spPr>
        <a:xfrm>
          <a:off x="6605070" y="1626"/>
          <a:ext cx="2642224" cy="15853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Les 3 modes d’autoconsommation</a:t>
          </a:r>
        </a:p>
      </dsp:txBody>
      <dsp:txXfrm>
        <a:off x="6605070" y="1626"/>
        <a:ext cx="2642224" cy="1585334"/>
      </dsp:txXfrm>
    </dsp:sp>
    <dsp:sp modelId="{2089F8A4-DF10-4B29-8358-ECD8E63A5583}">
      <dsp:nvSpPr>
        <dsp:cNvPr id="0" name=""/>
        <dsp:cNvSpPr/>
      </dsp:nvSpPr>
      <dsp:spPr>
        <a:xfrm>
          <a:off x="2245400" y="1851183"/>
          <a:ext cx="2642224" cy="158533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Ajouter une batterie pour augmenter l’autoconsommation</a:t>
          </a:r>
        </a:p>
      </dsp:txBody>
      <dsp:txXfrm>
        <a:off x="2245400" y="1851183"/>
        <a:ext cx="2642224" cy="1585334"/>
      </dsp:txXfrm>
    </dsp:sp>
    <dsp:sp modelId="{39ECC2DC-76AA-4744-96CF-403CE6E6E3F2}">
      <dsp:nvSpPr>
        <dsp:cNvPr id="0" name=""/>
        <dsp:cNvSpPr/>
      </dsp:nvSpPr>
      <dsp:spPr>
        <a:xfrm>
          <a:off x="5151847" y="1851183"/>
          <a:ext cx="2642224" cy="158533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noProof="0" dirty="0"/>
            <a:t>De nombreuses aides financières proposées</a:t>
          </a:r>
        </a:p>
      </dsp:txBody>
      <dsp:txXfrm>
        <a:off x="5151847" y="1851183"/>
        <a:ext cx="2642224" cy="1585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04BCC2-5A92-486E-9A43-8B9266EDB282}" type="datetimeFigureOut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C0369-C646-4CDD-90C4-E8705C9437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247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FB6700-B4C4-5CBA-057D-BF64D2194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33FCB84-F33A-0000-5EFE-2A5B00A139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ECCBCB-EBCB-88F8-87B9-98630236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ABF7E-A33B-4C62-AAD8-8F0A1ED0378A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A37312-6D08-F11E-2815-4B5659B2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CCF930-256C-C16D-9E0A-D10B2DE65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6535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E37577-9E24-B6E4-81DD-4B01159B6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5202B4-1DA3-32BC-BE2F-43323F07E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31DC8F-8318-9452-513C-0946BFE2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C9C9E-6CF8-4D6F-AF3A-24D17432E34C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AA6D0B-7FE4-E6FF-B9EB-4A367B02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8A9ED-1934-DB3E-937E-0541E3BA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038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475A6D-A3FA-5EF6-E923-C9CBBD0E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DADF2AF-2CEB-F0F4-9009-3DC15FE1C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C389CF-D349-D8C7-76BF-5591DB46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A3988-0C33-418A-80C6-0C4D7447E451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2D6B2E-34BA-09FA-EBB0-9AC3C415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0FA28F-9D2F-93C6-CB68-E4F575B7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009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EA693B-A591-B63B-4CC1-BCB15B66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69F8DA-8B05-04DD-49CE-29F0D8D00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4C16C1-AF0E-CB4F-974A-772FADA8F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86773A-6521-12D4-FC07-ACB51AFA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6E227-23D8-4251-BE13-CC657DD8AC4E}" type="datetime1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3614A8-967A-C338-74B8-D905772F0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BC6C9C-B913-06E1-B357-8836CA6A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828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F299BA-17C4-15B3-6675-069EC11F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AE8E4D-CB92-B314-31D8-80E1B930E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702B8A-A379-1EF1-197B-676E83D8C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EC0D6C-960D-952A-4A33-5D7FFB751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3733BC3-6B5E-F0FC-ADF3-E3A2C36D0D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CE2077-09DB-6CBD-6D35-8048F801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9FE00-B27F-4D76-9DDC-651454D0555E}" type="datetime1">
              <a:rPr lang="fr-FR" smtClean="0"/>
              <a:t>05/01/2026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F3CD0D8-0B35-32FB-19C7-EB647B12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AF9E78-E87F-016F-724A-092D0B56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82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2E162E-35C5-762B-20A2-F756C3B3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E29D0A-7732-4524-95D5-7ED065FA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1CBFE-84E6-41DF-9B9E-8FD940BF945A}" type="datetime1">
              <a:rPr lang="fr-FR" smtClean="0"/>
              <a:t>05/01/2026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277F86-15BB-4AF2-C249-A8522C10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1692B6-2B91-4BCF-F21B-967E6E6F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69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E3C376E-A5B9-B739-AFC2-F3401FF9E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E1D7E-8899-4B67-B45A-C02D0CE6AE41}" type="datetime1">
              <a:rPr lang="fr-FR" smtClean="0"/>
              <a:t>05/01/2026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15D64D8-9295-797A-961B-ED520BB7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EF366A-0B0D-E5D4-F397-CF9410950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97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F8164A-95C3-4D49-0E38-23CFBBFF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E57601-B893-5086-C436-CF4859607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3EED589-CD12-DAA8-9D4D-E99CC68B0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946A79-0C6B-D2A0-6E74-436A8A3D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9153E-1DF6-42D8-87C1-963D4C55D90C}" type="datetime1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47E315-5761-B4C7-3AAB-974AEE04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DEAC3F-8445-99A3-2369-CD2BC2316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97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5197D8-6C9B-D904-25F4-D62E2B628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ECA5569-81BE-FF21-6977-8D407BDCE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23BD90C-9B72-3038-7B4E-991C06944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6FA4F89-E3CF-5426-BF2F-B10B7196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75733-BB59-49DF-B169-7CF3D7916708}" type="datetime1">
              <a:rPr lang="fr-FR" smtClean="0"/>
              <a:t>05/01/2026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FF08C7-8A16-C055-F10E-3AF309A4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FDDAA6-E219-713A-D697-E4D0275C0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57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26E93-09CD-0781-946E-D9AF71D4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A05F882-4090-3E01-E571-BE603E345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EF1452-1CA7-271E-EF0B-B890A1B67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87376-A314-4778-8331-89CB33D326B4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2667D3-25C5-7CD4-C25D-BE2E734CE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C98C75-0304-8CFD-E864-76A8E980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04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8EC25B2-B373-D18C-FD15-4E9CA433F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C3421F0-CDBA-DC1E-BFD8-5913734A7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7275F9-96AE-E9E1-A5A7-1BA812DC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89167-F5D4-4E35-B5DD-AA7F9767F025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F2B1A8-80C1-4B95-5F04-26086746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257528-41F9-5EED-6ABE-32C48EBE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655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772EFF6D-0E37-C170-6E8F-791B2E35C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4400" y="0"/>
            <a:ext cx="8127600" cy="685800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2D1EC-00BA-090F-4890-8A8449B213D6}"/>
              </a:ext>
            </a:extLst>
          </p:cNvPr>
          <p:cNvSpPr/>
          <p:nvPr userDrawn="1"/>
        </p:nvSpPr>
        <p:spPr>
          <a:xfrm>
            <a:off x="1" y="0"/>
            <a:ext cx="4064399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2309DC96-23C2-8373-05B0-2E90FE5E41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12524" y="134362"/>
            <a:ext cx="779751" cy="1497617"/>
          </a:xfrm>
          <a:prstGeom prst="rect">
            <a:avLst/>
          </a:prstGeom>
        </p:spPr>
      </p:pic>
      <p:sp>
        <p:nvSpPr>
          <p:cNvPr id="10" name="Title 19">
            <a:extLst>
              <a:ext uri="{FF2B5EF4-FFF2-40B4-BE49-F238E27FC236}">
                <a16:creationId xmlns:a16="http://schemas.microsoft.com/office/drawing/2014/main" id="{4E4A55D5-8C7F-E0F2-769A-1198F3D1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3591" y="4080396"/>
            <a:ext cx="6757367" cy="2777604"/>
          </a:xfrm>
        </p:spPr>
        <p:txBody>
          <a:bodyPr anchor="t" anchorCtr="0"/>
          <a:lstStyle>
            <a:lvl1pPr algn="l">
              <a:defRPr sz="4800" b="1" i="0" cap="none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71875FF3-DB1B-B1AF-EBE8-DC7553A277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3591" y="3185157"/>
            <a:ext cx="6757367" cy="779751"/>
          </a:xfrm>
        </p:spPr>
        <p:txBody>
          <a:bodyPr anchor="ctr" anchorCtr="0"/>
          <a:lstStyle>
            <a:lvl1pPr marL="0" indent="0" algn="l">
              <a:lnSpc>
                <a:spcPct val="130000"/>
              </a:lnSpc>
              <a:spcAft>
                <a:spcPts val="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6174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8D8AE9-08A4-EFF2-4F54-C071391D5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9281" y="2848291"/>
            <a:ext cx="8319493" cy="1161417"/>
          </a:xfrm>
        </p:spPr>
        <p:txBody>
          <a:bodyPr anchor="t" anchorCtr="0"/>
          <a:lstStyle>
            <a:lvl1pPr marL="514350" indent="-514350" algn="ctr">
              <a:buFont typeface="+mj-lt"/>
              <a:buAutoNum type="arabicPeriod"/>
              <a:defRPr sz="3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</p:spTree>
    <p:extLst>
      <p:ext uri="{BB962C8B-B14F-4D97-AF65-F5344CB8AC3E}">
        <p14:creationId xmlns:p14="http://schemas.microsoft.com/office/powerpoint/2010/main" val="1740428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6 EXTERN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6C9007-5C83-E2C9-8FE1-6E103CC952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81A022-1955-8E84-264F-DA8C787616D7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2DD95BA4-8D6D-20C0-7EC3-6BDE16C2E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9FA3845-7785-CB90-DF4D-2EC400774B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7B11E268-1DBC-ED3D-74AC-C7ED3DB68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75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4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4D3005C-7EE6-36A2-687A-ADED0A2E32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E25A5-F183-0A8C-FC3E-BA204BD1BEDB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FE9C5DAC-9AD4-475B-FE95-4F79829E1E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2FAD66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E180EFFC-540D-BDAC-A87B-F3F645506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C3F3CE54-053C-2147-EB09-1BB612E03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68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5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8668EC5C-13C9-6D19-B4B0-570B52BFD9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4E90D4-9D79-EB05-FA2D-6AB45C2F7BC3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CF84035D-A86A-F191-7DBD-129CD2D55A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F28C0647-6D89-89EF-2BF8-167F40D4A1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50B6F0A0-64FF-C6D0-EC81-F1D699C04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8092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2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7B327B4-F876-873C-33A0-B48047ECB9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613B6-7965-C6B5-12FB-5B1B8B2AF5A0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5" name="Title 19">
            <a:extLst>
              <a:ext uri="{FF2B5EF4-FFF2-40B4-BE49-F238E27FC236}">
                <a16:creationId xmlns:a16="http://schemas.microsoft.com/office/drawing/2014/main" id="{D3A28C71-9174-F7A3-8AFE-9E1672CBAD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00919B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50548928-AC40-C806-C2A5-399F2F453A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E9E869DE-F122-AFC9-E0D0-5B041E201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4271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1 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73A6813C-B546-5432-BAAA-59A5D751A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162372" cy="6864350"/>
          </a:xfrm>
          <a:solidFill>
            <a:schemeClr val="bg1">
              <a:lumMod val="95000"/>
            </a:schemeClr>
          </a:solidFill>
        </p:spPr>
        <p:txBody>
          <a:bodyPr bIns="1440000" anchor="ctr"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930BC-1753-B241-B5F0-BC9CC06D66F5}"/>
              </a:ext>
            </a:extLst>
          </p:cNvPr>
          <p:cNvSpPr/>
          <p:nvPr userDrawn="1"/>
        </p:nvSpPr>
        <p:spPr>
          <a:xfrm>
            <a:off x="10162372" y="0"/>
            <a:ext cx="2029627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DE8ACC-D335-3D3B-3D12-DA4C69B5A8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bg1"/>
                </a:solidFill>
                <a:highlight>
                  <a:srgbClr val="FFB9B5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7536D9D4-5FE9-D0E3-D926-E4E33B1309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66" y="3871913"/>
            <a:ext cx="2029626" cy="3434012"/>
          </a:xfrm>
          <a:prstGeom prst="rect">
            <a:avLst/>
          </a:prstGeom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4DAE5F12-80CD-8562-82F6-10F7F4268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36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222F7E1-057B-C1F6-CC2A-661A460B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227"/>
            <a:ext cx="11195959" cy="567177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  <a:highlight>
                  <a:srgbClr val="FF4610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E242745-1B04-1E6F-ECA9-0451539EE2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765" y="1504335"/>
            <a:ext cx="11195958" cy="4419153"/>
          </a:xfrm>
        </p:spPr>
        <p:txBody>
          <a:bodyPr/>
          <a:lstStyle>
            <a:lvl1pPr algn="just">
              <a:defRPr sz="1800" b="1">
                <a:solidFill>
                  <a:schemeClr val="tx1"/>
                </a:solidFill>
              </a:defRPr>
            </a:lvl1pPr>
            <a:lvl2pPr algn="just">
              <a:defRPr sz="1800" b="1">
                <a:solidFill>
                  <a:schemeClr val="tx1"/>
                </a:solidFill>
              </a:defRPr>
            </a:lvl2pPr>
            <a:lvl3pPr algn="just">
              <a:defRPr sz="1400">
                <a:solidFill>
                  <a:schemeClr val="tx1"/>
                </a:solidFill>
              </a:defRPr>
            </a:lvl3pPr>
            <a:lvl4pPr algn="just">
              <a:spcAft>
                <a:spcPts val="0"/>
              </a:spcAft>
              <a:defRPr sz="1400">
                <a:solidFill>
                  <a:schemeClr val="tx1"/>
                </a:solidFill>
              </a:defRPr>
            </a:lvl4pPr>
            <a:lvl5pPr algn="just">
              <a:defRPr sz="7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Espace réservé du pied de page 2">
            <a:extLst>
              <a:ext uri="{FF2B5EF4-FFF2-40B4-BE49-F238E27FC236}">
                <a16:creationId xmlns:a16="http://schemas.microsoft.com/office/drawing/2014/main" id="{F02F39A9-B600-1A52-6CD8-419DD30FD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764" y="6356350"/>
            <a:ext cx="76686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B6EB6DA8-5EA0-C847-9A99-E4BE55F5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7709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itre-03 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14F6AA-087B-CE36-96C0-427F96B4A99B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4D0DE6E-8BB1-7EAF-0A35-FB3905B453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6095" y="-311727"/>
            <a:ext cx="3908069" cy="7505973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A56199FF-4002-2744-182B-DD250F36A7C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624" y="3844296"/>
            <a:ext cx="2770295" cy="3434012"/>
          </a:xfrm>
          <a:prstGeom prst="rect">
            <a:avLst/>
          </a:prstGeom>
        </p:spPr>
      </p:pic>
      <p:sp>
        <p:nvSpPr>
          <p:cNvPr id="19" name="Title 19">
            <a:extLst>
              <a:ext uri="{FF2B5EF4-FFF2-40B4-BE49-F238E27FC236}">
                <a16:creationId xmlns:a16="http://schemas.microsoft.com/office/drawing/2014/main" id="{EF18C0AC-6DBA-94F4-5062-2FEE5DE05D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14900" y="872515"/>
            <a:ext cx="8459343" cy="2875237"/>
          </a:xfrm>
          <a:noFill/>
          <a:ln>
            <a:noFill/>
          </a:ln>
        </p:spPr>
        <p:txBody>
          <a:bodyPr anchor="t" anchorCtr="0"/>
          <a:lstStyle>
            <a:lvl1pPr algn="r">
              <a:lnSpc>
                <a:spcPts val="7000"/>
              </a:lnSpc>
              <a:defRPr sz="5000">
                <a:solidFill>
                  <a:schemeClr val="tx1"/>
                </a:solidFill>
                <a:highlight>
                  <a:srgbClr val="FFFFFF"/>
                </a:highlight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CA331F-5B5E-77DE-69E1-411B73E47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5252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-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D1012D-454D-B585-E4E4-11998A891E3E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tx1"/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142848"/>
              </a:solidFill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48EDFF77-90A4-03C2-086F-CB04B6A14C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028216"/>
            <a:ext cx="12192001" cy="2093575"/>
          </a:xfrm>
          <a:prstGeom prst="rect">
            <a:avLst/>
          </a:prstGeom>
        </p:spPr>
      </p:pic>
      <p:pic>
        <p:nvPicPr>
          <p:cNvPr id="7" name="Image 6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EB6C0139-F20E-7AA7-3925-D88D22B38B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081" y="4966007"/>
            <a:ext cx="2225836" cy="222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sv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C4475F7-77F6-7257-A1E0-7E4E5EDD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89CA62-4C81-655B-09BC-BD1D164A3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008C6-2D62-178F-E1CD-39935BCFE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06DD0-A199-4C6E-B30A-B634699B2D48}" type="datetime1">
              <a:rPr lang="fr-FR" smtClean="0"/>
              <a:t>05/01/2026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69CA69-9681-163A-0C57-27123318F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A8D1B2-DE50-42C8-5B56-9873B249F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747AE-F884-4572-99DF-3B748780C11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850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967327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LEVEL</a:t>
            </a:r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180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i="0" kern="1200" spc="3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441" y="2869593"/>
            <a:ext cx="5773230" cy="114333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C6D76721-85E3-138A-A9B1-66888669CD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140" t="4154" b="4479"/>
          <a:stretch>
            <a:fillRect/>
          </a:stretch>
        </p:blipFill>
        <p:spPr>
          <a:xfrm>
            <a:off x="-12812" y="0"/>
            <a:ext cx="2534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2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GILROY-EXTRABOLD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highlight>
            <a:srgbClr val="142848"/>
          </a:highligh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040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3" r:id="rId2"/>
    <p:sldLayoutId id="2147483884" r:id="rId3"/>
    <p:sldLayoutId id="2147483881" r:id="rId4"/>
    <p:sldLayoutId id="2147483880" r:id="rId5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695689"/>
            <a:ext cx="11047822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290" y="1788487"/>
            <a:ext cx="11047822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EDIT MASTER TEXT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DE6CD7B-9C42-AEF7-B204-006627AD2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291" y="6356350"/>
            <a:ext cx="7760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4F112D-4D24-0690-DFFA-EF1B44470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791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F246C36-D02A-478A-A2B1-30A38C36882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58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7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CCBD34-79CE-ABD5-1BAD-E239282D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888" y="695689"/>
            <a:ext cx="10690224" cy="744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36C262-8651-E95C-A9DB-9C9910F9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0888" y="1788487"/>
            <a:ext cx="10690224" cy="4373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styles</a:t>
            </a:r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3"/>
            <a:r>
              <a:rPr lang="fr-FR" dirty="0" err="1"/>
              <a:t>Fourth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  <a:p>
            <a:pPr lvl="4"/>
            <a:r>
              <a:rPr lang="fr-FR" dirty="0" err="1"/>
              <a:t>Fifth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09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050" kern="1200">
          <a:solidFill>
            <a:schemeClr val="tx1"/>
          </a:solidFill>
          <a:highlight>
            <a:srgbClr val="142848"/>
          </a:highlight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cap="all" baseline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b="1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279450" indent="-279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pple Symbols" panose="02000000000000000000" pitchFamily="2" charset="-79"/>
        <a:buChar char="⎯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0.svg"/><Relationship Id="rId3" Type="http://schemas.openxmlformats.org/officeDocument/2006/relationships/image" Target="../media/image23.svg"/><Relationship Id="rId7" Type="http://schemas.openxmlformats.org/officeDocument/2006/relationships/image" Target="../media/image26.svg"/><Relationship Id="rId12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image" Target="../media/image29.svg"/><Relationship Id="rId5" Type="http://schemas.openxmlformats.org/officeDocument/2006/relationships/image" Target="../media/image24.svg"/><Relationship Id="rId10" Type="http://schemas.openxmlformats.org/officeDocument/2006/relationships/image" Target="../media/image28.png"/><Relationship Id="rId4" Type="http://schemas.openxmlformats.org/officeDocument/2006/relationships/image" Target="../media/image11.png"/><Relationship Id="rId9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2.png"/><Relationship Id="rId4" Type="http://schemas.openxmlformats.org/officeDocument/2006/relationships/image" Target="../media/image3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4.png"/><Relationship Id="rId4" Type="http://schemas.openxmlformats.org/officeDocument/2006/relationships/image" Target="../media/image3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7.jpeg"/><Relationship Id="rId4" Type="http://schemas.openxmlformats.org/officeDocument/2006/relationships/image" Target="../media/image3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9.png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te-france.com/bases-electricite/consommation-electricite/electricite-autoconsommation-remede-crise-energie" TargetMode="External"/><Relationship Id="rId7" Type="http://schemas.openxmlformats.org/officeDocument/2006/relationships/image" Target="../media/image40.jpeg"/><Relationship Id="rId2" Type="http://schemas.openxmlformats.org/officeDocument/2006/relationships/hyperlink" Target="https://librairie.ademe.fr/energies/7854-autoconsommation-collective-photovoltaique-guide-pratique-a-l-attention-des-collectivites-territorial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ervice-public.gouv.fr/particuliers/vosdroits/F36490/1?idFicheParent=F31487" TargetMode="External"/><Relationship Id="rId5" Type="http://schemas.openxmlformats.org/officeDocument/2006/relationships/hyperlink" Target="https://pvgis.com/fr" TargetMode="External"/><Relationship Id="rId4" Type="http://schemas.openxmlformats.org/officeDocument/2006/relationships/hyperlink" Target="https://www.enedis.fr/raccordement-installation-production-electriq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181639EE-7EAB-3205-2E93-E10E5000FD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0A36B49-3E6A-1F81-19D7-E56187CFB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591" y="4080395"/>
            <a:ext cx="3291899" cy="2658607"/>
          </a:xfrm>
        </p:spPr>
        <p:txBody>
          <a:bodyPr/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fr-FR" sz="2000" dirty="0"/>
              <a:t>Comprendre le principe, les indicateurs et les enjeux économiques de l’autoconsommation photovoltaïque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E15AE3-C690-CEC1-408D-7E35F3C59D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Objectifs :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A05FA7BB-14FB-A392-9740-4FA6DB2AB820}"/>
              </a:ext>
            </a:extLst>
          </p:cNvPr>
          <p:cNvSpPr txBox="1">
            <a:spLocks/>
          </p:cNvSpPr>
          <p:nvPr/>
        </p:nvSpPr>
        <p:spPr>
          <a:xfrm>
            <a:off x="5295373" y="728865"/>
            <a:ext cx="5877050" cy="161620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none" baseline="0">
                <a:solidFill>
                  <a:schemeClr val="bg1"/>
                </a:solidFill>
                <a:highlight>
                  <a:srgbClr val="FF4610"/>
                </a:highligh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Cours 4 :</a:t>
            </a:r>
          </a:p>
          <a:p>
            <a:r>
              <a:rPr lang="fr-FR" dirty="0"/>
              <a:t>Autoconsommation et énergies renouvelables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6DAA2EF-28A6-0D22-1D80-86C084663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48203" y="2705978"/>
            <a:ext cx="5210805" cy="353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ous-titre 2">
            <a:extLst>
              <a:ext uri="{FF2B5EF4-FFF2-40B4-BE49-F238E27FC236}">
                <a16:creationId xmlns:a16="http://schemas.microsoft.com/office/drawing/2014/main" id="{4BABB5FB-6382-CC42-0344-ED0008505498}"/>
              </a:ext>
            </a:extLst>
          </p:cNvPr>
          <p:cNvSpPr txBox="1">
            <a:spLocks/>
          </p:cNvSpPr>
          <p:nvPr/>
        </p:nvSpPr>
        <p:spPr>
          <a:xfrm>
            <a:off x="993749" y="4139033"/>
            <a:ext cx="587705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i="0" kern="1200" spc="3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427CE2F1-24E6-CBD7-5E01-EF30CF4DBCD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tx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5345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3198B-4C73-2BE3-07B2-2A9CF431C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E6D0CC02-EDB7-73B1-0A7B-4F8D86A9EB68}"/>
              </a:ext>
            </a:extLst>
          </p:cNvPr>
          <p:cNvSpPr txBox="1">
            <a:spLocks/>
          </p:cNvSpPr>
          <p:nvPr/>
        </p:nvSpPr>
        <p:spPr>
          <a:xfrm>
            <a:off x="8330711" y="4673479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fr-FR" sz="1800" dirty="0"/>
              <a:t>Conclusion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DC935F-4B2D-D05B-F423-8E01C8962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599" y="2218000"/>
            <a:ext cx="2192385" cy="1161417"/>
          </a:xfrm>
          <a:solidFill>
            <a:schemeClr val="bg1"/>
          </a:solidFill>
        </p:spPr>
        <p:txBody>
          <a:bodyPr anchor="ctr" anchorCtr="0"/>
          <a:lstStyle/>
          <a:p>
            <a:pPr marL="0" lvl="0" indent="0">
              <a:lnSpc>
                <a:spcPct val="100000"/>
              </a:lnSpc>
              <a:buNone/>
              <a:defRPr cap="all"/>
            </a:pPr>
            <a:r>
              <a:rPr lang="fr-FR" sz="1800" dirty="0"/>
              <a:t>Fonctionnement d’une installation photovoltaïque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EDA29FD-A85B-8646-F714-A68CB96EBAF0}"/>
              </a:ext>
            </a:extLst>
          </p:cNvPr>
          <p:cNvSpPr txBox="1">
            <a:spLocks/>
          </p:cNvSpPr>
          <p:nvPr/>
        </p:nvSpPr>
        <p:spPr>
          <a:xfrm>
            <a:off x="3072064" y="4671513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Les leviers d’optimisation</a:t>
            </a:r>
          </a:p>
        </p:txBody>
      </p:sp>
      <p:sp>
        <p:nvSpPr>
          <p:cNvPr id="23" name="Titre 1">
            <a:extLst>
              <a:ext uri="{FF2B5EF4-FFF2-40B4-BE49-F238E27FC236}">
                <a16:creationId xmlns:a16="http://schemas.microsoft.com/office/drawing/2014/main" id="{70F329AA-78F2-5BD0-1D32-45D3A60AF1E5}"/>
              </a:ext>
            </a:extLst>
          </p:cNvPr>
          <p:cNvSpPr txBox="1">
            <a:spLocks/>
          </p:cNvSpPr>
          <p:nvPr/>
        </p:nvSpPr>
        <p:spPr>
          <a:xfrm>
            <a:off x="5545663" y="4717418"/>
            <a:ext cx="2546150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Cas pratique : Calculer la rentabilité d’un projet PV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406262F-D46A-F769-F93F-194D579FF505}"/>
              </a:ext>
            </a:extLst>
          </p:cNvPr>
          <p:cNvSpPr txBox="1">
            <a:spLocks/>
          </p:cNvSpPr>
          <p:nvPr/>
        </p:nvSpPr>
        <p:spPr>
          <a:xfrm>
            <a:off x="8330711" y="2166031"/>
            <a:ext cx="2192385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Les modes d’exploitation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87A3485-E720-5CBF-B4B6-9927B4138552}"/>
              </a:ext>
            </a:extLst>
          </p:cNvPr>
          <p:cNvSpPr txBox="1">
            <a:spLocks/>
          </p:cNvSpPr>
          <p:nvPr/>
        </p:nvSpPr>
        <p:spPr>
          <a:xfrm>
            <a:off x="5670924" y="2229147"/>
            <a:ext cx="2295629" cy="1161417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cap="all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>
              <a:lnSpc>
                <a:spcPct val="100000"/>
              </a:lnSpc>
              <a:defRPr cap="all"/>
            </a:pPr>
            <a:r>
              <a:rPr lang="fr-FR" sz="1800" dirty="0"/>
              <a:t>Autoconsommation : définition et indicateurs clés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2663C608-528A-5E16-68E0-A98D62AF9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2253" y="1209557"/>
            <a:ext cx="686440" cy="1161418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94FE8155-8B6A-D855-AB01-83E4D04DBF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332" y="1209558"/>
            <a:ext cx="959714" cy="116141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3A5E9459-7D77-1A0C-F294-889B8CAAA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433" y="1209557"/>
            <a:ext cx="936942" cy="1161418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83292277-B390-1AE2-C310-5DD4642632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65692" y="3663071"/>
            <a:ext cx="1161418" cy="1161418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3067046E-A654-50FC-F45A-3F75B04244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57980" y="3663071"/>
            <a:ext cx="1018274" cy="1161418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E900863C-F297-4163-CF60-5DF671A10A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47047" y="3663071"/>
            <a:ext cx="959714" cy="1161417"/>
          </a:xfrm>
          <a:prstGeom prst="rect">
            <a:avLst/>
          </a:prstGeom>
        </p:spPr>
      </p:pic>
      <p:sp>
        <p:nvSpPr>
          <p:cNvPr id="9" name="Espace réservé du numéro de diapositive 10">
            <a:extLst>
              <a:ext uri="{FF2B5EF4-FFF2-40B4-BE49-F238E27FC236}">
                <a16:creationId xmlns:a16="http://schemas.microsoft.com/office/drawing/2014/main" id="{85113AD8-20E7-1564-1A1E-04AE8F039D27}"/>
              </a:ext>
            </a:extLst>
          </p:cNvPr>
          <p:cNvSpPr txBox="1">
            <a:spLocks/>
          </p:cNvSpPr>
          <p:nvPr/>
        </p:nvSpPr>
        <p:spPr>
          <a:xfrm>
            <a:off x="8697911" y="6356350"/>
            <a:ext cx="29828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algn="r">
              <a:defRPr sz="1050">
                <a:solidFill>
                  <a:schemeClr val="bg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246C36-D02A-478A-A2B1-30A38C36882C}" type="slidenum">
              <a:rPr lang="fr-FR">
                <a:solidFill>
                  <a:schemeClr val="tx1">
                    <a:lumMod val="50000"/>
                  </a:schemeClr>
                </a:solidFill>
              </a:rPr>
              <a:pPr/>
              <a:t>2</a:t>
            </a:fld>
            <a:endParaRPr lang="fr-FR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1717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A750865-48C6-ED0A-A0FA-BF5B6E3F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478" y="498338"/>
            <a:ext cx="8459343" cy="2875237"/>
          </a:xfrm>
        </p:spPr>
        <p:txBody>
          <a:bodyPr/>
          <a:lstStyle/>
          <a:p>
            <a:r>
              <a:rPr lang="fr-FR" sz="5400" dirty="0"/>
              <a:t>Rappel : le principe du photovoltaïque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F24A35A2-DA79-774C-9DA7-49506BCA1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0966" y="3871913"/>
            <a:ext cx="2029626" cy="343401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4C0152D-6633-2363-97C8-63A5A081EA89}"/>
              </a:ext>
            </a:extLst>
          </p:cNvPr>
          <p:cNvSpPr txBox="1"/>
          <p:nvPr/>
        </p:nvSpPr>
        <p:spPr>
          <a:xfrm>
            <a:off x="230929" y="2786404"/>
            <a:ext cx="3870542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Transformation de la lumière en électricité (effet photoélectrique)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Composants : panneaux, onduleur, protections, compteur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Production dépendante de l’ensoleillement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F1C5FBF0-514A-BFAC-8A41-F5B104C3D8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-33548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A6235DB-A401-7C13-245D-C02F11AF3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3</a:t>
            </a:fld>
            <a:endParaRPr lang="fr-FR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7B40C4B-244D-DF5C-71A5-797A13464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101471" y="2422080"/>
            <a:ext cx="5150277" cy="248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866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FFFF"/>
                </a:solidFill>
              </a:rPr>
              <a:t>Schéma</a:t>
            </a:r>
            <a:r>
              <a:rPr lang="en-US" dirty="0">
                <a:solidFill>
                  <a:srgbClr val="FFFFFF"/>
                </a:solidFill>
              </a:rPr>
              <a:t> global d’un </a:t>
            </a:r>
            <a:r>
              <a:rPr lang="en-US" dirty="0" err="1">
                <a:solidFill>
                  <a:srgbClr val="FFFFFF"/>
                </a:solidFill>
              </a:rPr>
              <a:t>système</a:t>
            </a:r>
            <a:endParaRPr lang="fr-FR" dirty="0">
              <a:solidFill>
                <a:srgbClr val="FFFFFF"/>
              </a:solidFill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958D2-E624-3DF4-DB65-607A7BE2E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8" b="2248"/>
          <a:stretch/>
        </p:blipFill>
        <p:spPr bwMode="auto">
          <a:xfrm>
            <a:off x="2673700" y="1154317"/>
            <a:ext cx="7515616" cy="511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147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CB06BD3-1DD7-4555-F358-44FF0CFBF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31" y="271266"/>
            <a:ext cx="10174144" cy="2875237"/>
          </a:xfrm>
        </p:spPr>
        <p:txBody>
          <a:bodyPr/>
          <a:lstStyle/>
          <a:p>
            <a:r>
              <a:rPr lang="fr-FR" sz="5400" dirty="0"/>
              <a:t>Taux d’autoconsommation et taux d’autoproduction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B3D3C079-46C6-6A32-C8E6-9AF521840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5929" y="3928356"/>
            <a:ext cx="2837630" cy="3434013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C3C2545-87A3-A6AD-E8E3-A38F427B09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-33548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90AD3F7-513B-E7D9-15B1-F51781AD5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5</a:t>
            </a:fld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01D2BEF1-23DD-D7A8-53A4-F5192799CAB5}"/>
                  </a:ext>
                </a:extLst>
              </p:cNvPr>
              <p:cNvSpPr txBox="1"/>
              <p:nvPr/>
            </p:nvSpPr>
            <p:spPr>
              <a:xfrm>
                <a:off x="1139868" y="2554868"/>
                <a:ext cx="7728559" cy="371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defTabSz="914400" rtl="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fr-FR" altLang="fr-FR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Autoconsommation : part de production solaire consommée sur place</a:t>
                </a:r>
              </a:p>
              <a:p>
                <a:pPr marL="0" marR="0" lvl="0" indent="0" defTabSz="914400" rtl="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None/>
                  <a:tabLst/>
                </a:pPr>
                <a:r>
                  <a:rPr kumimoji="0" lang="fr-FR" altLang="fr-FR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Taux d’autoconsommation (TAC)</a:t>
                </a:r>
                <a:endParaRPr lang="fr-FR" altLang="fr-FR" sz="1800" dirty="0">
                  <a:latin typeface="Arial" panose="020B0604020202020204" pitchFamily="34" charset="0"/>
                </a:endParaRPr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altLang="fr-FR" sz="1800" b="0" i="1" u="none" strike="noStrike" cap="none" normalizeH="0" baseline="0">
                          <a:ln>
                            <a:noFill/>
                          </a:ln>
                          <a:effectLst/>
                          <a:latin typeface="Cambria Math" panose="02040503050406030204" pitchFamily="18" charset="0"/>
                        </a:rPr>
                        <m:t>𝑇𝐴𝐶</m:t>
                      </m:r>
                      <m:r>
                        <a:rPr kumimoji="0" lang="fr-FR" altLang="fr-FR" sz="1800" b="0" i="1" u="none" strike="noStrike" cap="none" normalizeH="0" baseline="0">
                          <a:ln>
                            <a:noFill/>
                          </a:ln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altLang="fr-FR" sz="1800" b="0" i="1" u="none" strike="noStrike" cap="none" normalizeH="0" baseline="0">
                              <a:ln>
                                <a:noFill/>
                              </a:ln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fr-FR" altLang="fr-FR" sz="1800" b="0" i="1" u="none" strike="noStrike" cap="none" normalizeH="0" baseline="0">
                              <a:ln>
                                <a:noFill/>
                              </a:ln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Production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consomm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é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Production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totale</m:t>
                          </m:r>
                        </m:den>
                      </m:f>
                      <m:r>
                        <a:rPr kumimoji="0" lang="fr-FR" altLang="fr-FR" sz="1800" b="0" i="1" u="none" strike="noStrike" cap="none" normalizeH="0" baseline="0">
                          <a:ln>
                            <a:noFill/>
                          </a:ln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0" lang="fr-FR" altLang="fr-FR" sz="1800" b="0" i="1" u="none" strike="noStrike" cap="none" normalizeH="0" baseline="0">
                          <a:ln>
                            <a:noFill/>
                          </a:ln>
                          <a:effectLst/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fr-FR" altLang="fr-FR" sz="1800" dirty="0">
                  <a:latin typeface="Arial" panose="020B0604020202020204" pitchFamily="34" charset="0"/>
                </a:endParaRPr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ts val="600"/>
                  </a:spcAft>
                  <a:buNone/>
                </a:pPr>
                <a:endParaRPr lang="fr-FR" altLang="fr-FR" sz="1800" dirty="0">
                  <a:latin typeface="Arial" panose="020B0604020202020204" pitchFamily="34" charset="0"/>
                </a:endParaRPr>
              </a:p>
              <a:p>
                <a:pPr marL="285750" indent="-285750" eaLnBrk="0" fontAlgn="base" hangingPunct="0">
                  <a:spcBef>
                    <a:spcPct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0" lang="fr-FR" altLang="fr-FR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Autoproduction : indique combien de la consommation totale est couverte par le solaire</a:t>
                </a:r>
              </a:p>
              <a:p>
                <a:pPr marL="0" marR="0" lvl="0" indent="0" defTabSz="914400" rtl="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None/>
                  <a:tabLst/>
                </a:pPr>
                <a:r>
                  <a:rPr kumimoji="0" lang="fr-FR" altLang="fr-FR" sz="1800" b="0" i="0" u="none" strike="noStrike" cap="none" normalizeH="0" baseline="0" dirty="0">
                    <a:ln>
                      <a:noFill/>
                    </a:ln>
                    <a:effectLst/>
                    <a:latin typeface="Arial" panose="020B0604020202020204" pitchFamily="34" charset="0"/>
                  </a:rPr>
                  <a:t>Taux d’autoproduction (TAP)</a:t>
                </a:r>
              </a:p>
              <a:p>
                <a:pPr marL="0" marR="0" lvl="0" indent="0" defTabSz="914400" rtl="0" eaLnBrk="0" fontAlgn="base" latinLnBrk="0" hangingPunct="0"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Char char="•"/>
                  <a:tabLst/>
                </a:pPr>
                <a:endParaRPr kumimoji="0" lang="fr-FR" altLang="fr-FR" sz="18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  <a:p>
                <a:pPr marL="0" indent="0" eaLnBrk="0" fontAlgn="base" hangingPunct="0">
                  <a:spcBef>
                    <a:spcPct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altLang="fr-FR" sz="1800" i="1">
                          <a:latin typeface="Cambria Math" panose="02040503050406030204" pitchFamily="18" charset="0"/>
                        </a:rPr>
                        <m:t>𝑇𝐴</m:t>
                      </m:r>
                      <m:r>
                        <a:rPr lang="fr-FR" altLang="fr-FR" sz="1800" b="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altLang="fr-FR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altLang="fr-FR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altLang="fr-FR" sz="18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Production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consomm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é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fr-FR" altLang="fr-FR" sz="1800" b="0" i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fr-FR" altLang="fr-FR" sz="1800" b="0" i="0">
                              <a:latin typeface="Arial" panose="020B0604020202020204" pitchFamily="34" charset="0"/>
                            </a:rPr>
                            <m:t>onsommation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fr-FR" altLang="fr-FR" sz="1800">
                              <a:latin typeface="Arial" panose="020B0604020202020204" pitchFamily="34" charset="0"/>
                            </a:rPr>
                            <m:t>totale</m:t>
                          </m:r>
                        </m:den>
                      </m:f>
                      <m:r>
                        <a:rPr lang="fr-FR" altLang="fr-FR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altLang="fr-FR" sz="1800" i="1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fr-FR" altLang="fr-FR" sz="1800" dirty="0"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01D2BEF1-23DD-D7A8-53A4-F5192799C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868" y="2554868"/>
                <a:ext cx="7728559" cy="3710375"/>
              </a:xfrm>
              <a:prstGeom prst="rect">
                <a:avLst/>
              </a:prstGeom>
              <a:blipFill>
                <a:blip r:embed="rId5"/>
                <a:stretch>
                  <a:fillRect l="-710" t="-8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694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EB511-6AAA-2E62-0C82-E456456D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FA9B8-7E5B-4E64-86B6-F6F2AA3A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chiffré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1F141A-FA5D-DF7E-B9AA-AB4A71E68F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4" y="1504334"/>
            <a:ext cx="9398272" cy="4852015"/>
          </a:xfrm>
        </p:spPr>
        <p:txBody>
          <a:bodyPr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800" dirty="0">
                <a:latin typeface="Arial" panose="020B0604020202020204" pitchFamily="34" charset="0"/>
              </a:rPr>
              <a:t>Production PV annuelle : 10 000 kWh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800" dirty="0">
                <a:latin typeface="Arial" panose="020B0604020202020204" pitchFamily="34" charset="0"/>
              </a:rPr>
              <a:t>Consommation annuelle : 15 000 kWh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sz="2800" dirty="0">
                <a:latin typeface="Arial" panose="020B0604020202020204" pitchFamily="34" charset="0"/>
              </a:rPr>
              <a:t>Production consommée : 6 000 kWh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fr-FR" altLang="fr-FR" sz="28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800" dirty="0">
                <a:latin typeface="Arial" panose="020B0604020202020204" pitchFamily="34" charset="0"/>
              </a:rPr>
              <a:t>On obtient 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800" dirty="0">
                <a:latin typeface="Arial" panose="020B0604020202020204" pitchFamily="34" charset="0"/>
              </a:rPr>
              <a:t>	TAC = 60 %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2800" dirty="0">
                <a:latin typeface="Arial" panose="020B0604020202020204" pitchFamily="34" charset="0"/>
              </a:rPr>
              <a:t>	TAP = 40 %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AEF22A1-773B-56D0-5904-DF101ECAA3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3DCE9B-6F7F-33A3-962E-A46590229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8698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Injection et revente du surplus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1278" y="1818735"/>
            <a:ext cx="4099762" cy="4566550"/>
          </a:xfrm>
        </p:spPr>
        <p:txBody>
          <a:bodyPr/>
          <a:lstStyle/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latin typeface="Arial" panose="020B0604020202020204" pitchFamily="34" charset="0"/>
              </a:rPr>
              <a:t>Surplus possible selon la taille et le profil de consommation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latin typeface="Arial" panose="020B0604020202020204" pitchFamily="34" charset="0"/>
              </a:rPr>
              <a:t>Options :</a:t>
            </a:r>
          </a:p>
          <a:p>
            <a:pPr marL="622350" lvl="3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Arial" panose="020B0604020202020204" pitchFamily="34" charset="0"/>
              </a:rPr>
              <a:t>Revente du surplus (EDF OA, </a:t>
            </a:r>
            <a:r>
              <a:rPr lang="fr-FR" altLang="fr-FR" sz="2000" dirty="0" err="1">
                <a:latin typeface="Arial" panose="020B0604020202020204" pitchFamily="34" charset="0"/>
              </a:rPr>
              <a:t>Enercoop</a:t>
            </a:r>
            <a:r>
              <a:rPr lang="fr-FR" altLang="fr-FR" sz="2000" dirty="0">
                <a:latin typeface="Arial" panose="020B0604020202020204" pitchFamily="34" charset="0"/>
              </a:rPr>
              <a:t>, etc.)</a:t>
            </a:r>
          </a:p>
          <a:p>
            <a:pPr marL="622350" lvl="3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Arial" panose="020B0604020202020204" pitchFamily="34" charset="0"/>
              </a:rPr>
              <a:t>Revente totale (contrat OA)</a:t>
            </a:r>
          </a:p>
          <a:p>
            <a:pPr marL="622350" lvl="3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fr-FR" altLang="fr-FR" sz="2000" dirty="0"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b="0" dirty="0">
                <a:latin typeface="Arial" panose="020B0604020202020204" pitchFamily="34" charset="0"/>
              </a:rPr>
              <a:t>Tarifs réglementés (0,10 – 0,13 €/kWh)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7</a:t>
            </a:fld>
            <a:endParaRPr lang="fr-FR" dirty="0"/>
          </a:p>
        </p:txBody>
      </p:sp>
      <p:pic>
        <p:nvPicPr>
          <p:cNvPr id="4" name="Picture 3" descr="Valorisations de votre surplus de production photovoltaïque ! - COPEC">
            <a:extLst>
              <a:ext uri="{FF2B5EF4-FFF2-40B4-BE49-F238E27FC236}">
                <a16:creationId xmlns:a16="http://schemas.microsoft.com/office/drawing/2014/main" id="{BADA4472-0CD9-4AF6-043A-C8F770B25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3982" y="1818735"/>
            <a:ext cx="6124936" cy="322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591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20B040-AA54-131F-CF9B-6ED6447E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379" y="456424"/>
            <a:ext cx="8459343" cy="2875237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fr-FR" sz="5400" dirty="0"/>
              <a:t>Les trois modèles d’autoconsommation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F2877BF-500C-33BE-25F1-FFA5837CB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8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4E078FE-32C0-9900-C98B-DC4BDBAD6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651" y="2216300"/>
            <a:ext cx="6449092" cy="2789230"/>
          </a:xfrm>
          <a:prstGeom prst="rect">
            <a:avLst/>
          </a:prstGeom>
        </p:spPr>
      </p:pic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949E5E49-B093-4564-4247-C061E9530FAE}"/>
              </a:ext>
            </a:extLst>
          </p:cNvPr>
          <p:cNvSpPr txBox="1">
            <a:spLocks/>
          </p:cNvSpPr>
          <p:nvPr/>
        </p:nvSpPr>
        <p:spPr>
          <a:xfrm>
            <a:off x="4074888" y="5224890"/>
            <a:ext cx="7093855" cy="45665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79450" indent="-279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pple Symbols" panose="02000000000000000000" pitchFamily="2" charset="-79"/>
              <a:buChar char="⎯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highlight>
                  <a:srgbClr val="142848"/>
                </a:highlight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eaLnBrk="0" fontAlgn="base" hangingPunct="0">
              <a:spcBef>
                <a:spcPct val="0"/>
              </a:spcBef>
              <a:buFont typeface="+mj-lt"/>
              <a:buAutoNum type="arabicPeriod"/>
            </a:pPr>
            <a:r>
              <a:rPr lang="fr-FR" altLang="fr-FR" sz="2000" b="1" dirty="0">
                <a:latin typeface="Arial" panose="020B0604020202020204" pitchFamily="34" charset="0"/>
              </a:rPr>
              <a:t>Totale :</a:t>
            </a:r>
            <a:r>
              <a:rPr lang="fr-FR" altLang="fr-FR" sz="2000" dirty="0">
                <a:latin typeface="Arial" panose="020B0604020202020204" pitchFamily="34" charset="0"/>
              </a:rPr>
              <a:t> toute la production est consommée localement</a:t>
            </a:r>
          </a:p>
          <a:p>
            <a:pPr marL="457200" indent="-457200" eaLnBrk="0" fontAlgn="base" hangingPunct="0">
              <a:spcBef>
                <a:spcPct val="0"/>
              </a:spcBef>
              <a:buFont typeface="+mj-lt"/>
              <a:buAutoNum type="arabicPeriod"/>
            </a:pPr>
            <a:r>
              <a:rPr lang="fr-FR" altLang="fr-FR" sz="2000" b="1" dirty="0">
                <a:latin typeface="Arial" panose="020B0604020202020204" pitchFamily="34" charset="0"/>
              </a:rPr>
              <a:t>Partielle avec injection : </a:t>
            </a:r>
            <a:r>
              <a:rPr lang="fr-FR" altLang="fr-FR" sz="2000" dirty="0">
                <a:latin typeface="Arial" panose="020B0604020202020204" pitchFamily="34" charset="0"/>
              </a:rPr>
              <a:t>surplus revendu</a:t>
            </a:r>
          </a:p>
          <a:p>
            <a:pPr marL="457200" indent="-457200" eaLnBrk="0" fontAlgn="base" hangingPunct="0">
              <a:spcBef>
                <a:spcPct val="0"/>
              </a:spcBef>
              <a:buFont typeface="+mj-lt"/>
              <a:buAutoNum type="arabicPeriod"/>
            </a:pPr>
            <a:r>
              <a:rPr lang="fr-FR" altLang="fr-FR" sz="2000" b="1" dirty="0">
                <a:latin typeface="Arial" panose="020B0604020202020204" pitchFamily="34" charset="0"/>
              </a:rPr>
              <a:t>Collective :</a:t>
            </a:r>
            <a:r>
              <a:rPr lang="fr-FR" altLang="fr-FR" sz="2000" dirty="0">
                <a:latin typeface="Arial" panose="020B0604020202020204" pitchFamily="34" charset="0"/>
              </a:rPr>
              <a:t> partage entre plusieurs utilisateurs (bâtiment ou quartier)</a:t>
            </a:r>
          </a:p>
        </p:txBody>
      </p:sp>
    </p:spTree>
    <p:extLst>
      <p:ext uri="{BB962C8B-B14F-4D97-AF65-F5344CB8AC3E}">
        <p14:creationId xmlns:p14="http://schemas.microsoft.com/office/powerpoint/2010/main" val="2677324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C2989E1-AABC-0D12-63D7-AB2E529B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952" y="436156"/>
            <a:ext cx="8459343" cy="2875237"/>
          </a:xfrm>
        </p:spPr>
        <p:txBody>
          <a:bodyPr/>
          <a:lstStyle/>
          <a:p>
            <a:r>
              <a:rPr lang="fr-FR" sz="5400" dirty="0">
                <a:solidFill>
                  <a:schemeClr val="tx1"/>
                </a:solidFill>
              </a:rPr>
              <a:t>Leviers d’optimisation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EC53741F-200B-0CAE-BE64-DA56E1814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206" y="3871912"/>
            <a:ext cx="3406395" cy="340639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6FA69D2-944A-9BD8-2AE6-B5676BBC25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0564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47DD358-5D96-F44E-F49D-E092521B5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CE75F30-562F-E684-9DC1-90570EF28274}"/>
              </a:ext>
            </a:extLst>
          </p:cNvPr>
          <p:cNvSpPr txBox="1"/>
          <p:nvPr/>
        </p:nvSpPr>
        <p:spPr>
          <a:xfrm>
            <a:off x="4248330" y="3048609"/>
            <a:ext cx="6093822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fr-FR" b="1" dirty="0"/>
              <a:t>Adapter les usages (machine à laver, </a:t>
            </a:r>
            <a:r>
              <a:rPr lang="en-US" altLang="fr-FR" b="1" dirty="0" err="1"/>
              <a:t>clim</a:t>
            </a:r>
            <a:r>
              <a:rPr lang="en-US" altLang="fr-FR" b="1" dirty="0"/>
              <a:t>, etc.)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fr-FR" b="1" dirty="0"/>
              <a:t>Stockage batterie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fr-FR" b="1" dirty="0"/>
              <a:t>Pilotage intelligent / gestion de charge</a:t>
            </a:r>
          </a:p>
          <a:p>
            <a:pPr marL="28575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fr-FR" b="1" dirty="0" err="1"/>
              <a:t>Surdimensionner</a:t>
            </a:r>
            <a:r>
              <a:rPr lang="en-US" altLang="fr-FR" b="1" dirty="0"/>
              <a:t> </a:t>
            </a:r>
            <a:r>
              <a:rPr lang="en-US" altLang="fr-FR" b="1" dirty="0" err="1"/>
              <a:t>ou</a:t>
            </a:r>
            <a:r>
              <a:rPr lang="en-US" altLang="fr-FR" b="1" dirty="0"/>
              <a:t> non </a:t>
            </a:r>
            <a:r>
              <a:rPr lang="en-US" altLang="fr-FR" b="1" dirty="0" err="1"/>
              <a:t>l’installation</a:t>
            </a:r>
            <a:endParaRPr lang="en-US" altLang="fr-FR" b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noProof="0" dirty="0"/>
          </a:p>
        </p:txBody>
      </p:sp>
      <p:pic>
        <p:nvPicPr>
          <p:cNvPr id="10" name="Picture 3" descr="Autoconsommation solaire : 3 règles pour réduire vos factures">
            <a:extLst>
              <a:ext uri="{FF2B5EF4-FFF2-40B4-BE49-F238E27FC236}">
                <a16:creationId xmlns:a16="http://schemas.microsoft.com/office/drawing/2014/main" id="{1DC77902-D0D9-E4A9-B659-2C10C06FE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705" y="971709"/>
            <a:ext cx="3555625" cy="491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805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AB208-F05E-AAA8-FC77-3B8AD291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Cadre réglementaire et aides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0C5FCC-989B-7D83-7691-1DE4F89C8B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764" y="1504335"/>
            <a:ext cx="5214577" cy="4566550"/>
          </a:xfrm>
        </p:spPr>
        <p:txBody>
          <a:bodyPr/>
          <a:lstStyle/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Arial" panose="020B0604020202020204" pitchFamily="34" charset="0"/>
              </a:rPr>
              <a:t>Prime à l’investissement (2025 : jusqu’à 370 €/kWc)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fr-FR" altLang="fr-FR" sz="2000" dirty="0"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Arial" panose="020B0604020202020204" pitchFamily="34" charset="0"/>
              </a:rPr>
              <a:t>TVA réduite (10 %)</a:t>
            </a: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fr-FR" altLang="fr-FR" sz="2000" dirty="0"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Arial" panose="020B0604020202020204" pitchFamily="34" charset="0"/>
              </a:rPr>
              <a:t>Tarif OA Solaire</a:t>
            </a:r>
          </a:p>
          <a:p>
            <a:pPr eaLnBrk="0" fontAlgn="base" hangingPunct="0">
              <a:spcBef>
                <a:spcPct val="0"/>
              </a:spcBef>
            </a:pPr>
            <a:endParaRPr lang="fr-FR" altLang="fr-FR" sz="2000" dirty="0"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fr-FR" altLang="fr-FR" sz="2000" dirty="0">
                <a:latin typeface="Arial" panose="020B0604020202020204" pitchFamily="34" charset="0"/>
              </a:rPr>
              <a:t>Régime d’autoconsommation collective encadré par la loi (ordonnance 2016-1019)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6FDF015-162D-DA44-0CA3-C0F28613A9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1D48148-D0A3-D2FC-038C-9C6961D36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4" name="Picture 3" descr="La prime à l’autoconsommation solaire">
            <a:extLst>
              <a:ext uri="{FF2B5EF4-FFF2-40B4-BE49-F238E27FC236}">
                <a16:creationId xmlns:a16="http://schemas.microsoft.com/office/drawing/2014/main" id="{1ECCEAE7-431B-9CB8-E652-E8725A020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93892" y="1217158"/>
            <a:ext cx="4502067" cy="4468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950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FFF28615-1352-B436-1CEA-87A1D271BF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1939E0A-3796-5218-1D39-5F24FC41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pratique TD avec PVGIS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9945D02B-8CB1-947A-CBB1-327049B07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123" y="3871912"/>
            <a:ext cx="2986559" cy="3406395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603DB441-84CF-2AA5-CB9F-6C264A6A11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7544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684F2C1-B486-F8BF-1A3E-336D4C669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6" name="Picture 2" descr="pvgis.com - PVGIS 5.3 MANUEL D'UTILISATION">
            <a:extLst>
              <a:ext uri="{FF2B5EF4-FFF2-40B4-BE49-F238E27FC236}">
                <a16:creationId xmlns:a16="http://schemas.microsoft.com/office/drawing/2014/main" id="{C792B787-43A3-D82B-A879-39E4E4CD6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57" y="2008892"/>
            <a:ext cx="8001016" cy="340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44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B5D3647A-3E0D-E211-B051-5E15A5AE6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438F06C-5A5A-3675-276B-347E372F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900" y="582718"/>
            <a:ext cx="8459343" cy="2875237"/>
          </a:xfrm>
        </p:spPr>
        <p:txBody>
          <a:bodyPr/>
          <a:lstStyle/>
          <a:p>
            <a:r>
              <a:rPr lang="fr-FR" sz="5400" dirty="0"/>
              <a:t>Conclusion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88611ED-7691-B086-C0D7-9AC4170A6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9435" y="3871912"/>
            <a:ext cx="2814808" cy="3406395"/>
          </a:xfrm>
          <a:prstGeom prst="rect">
            <a:avLst/>
          </a:prstGeom>
        </p:spPr>
      </p:pic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7F849087-6EE3-D000-ECC4-B9B0FDCD60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4108337"/>
              </p:ext>
            </p:extLst>
          </p:nvPr>
        </p:nvGraphicFramePr>
        <p:xfrm>
          <a:off x="-577651" y="2543646"/>
          <a:ext cx="10039472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4">
            <a:extLst>
              <a:ext uri="{FF2B5EF4-FFF2-40B4-BE49-F238E27FC236}">
                <a16:creationId xmlns:a16="http://schemas.microsoft.com/office/drawing/2014/main" id="{8F882185-6712-7B7D-C651-62EED4D4589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81790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10BD49-CA60-0DA4-0F91-AE5D73021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F246C36-D02A-478A-A2B1-30A38C36882C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385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937DA82-A80E-7761-4908-78FE12BC88A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14855" y="6309146"/>
            <a:ext cx="10906584" cy="536026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7887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B1CC2-B9A6-A569-BDE1-84EFB4D4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/>
              <a:t>Sources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95804A-45A7-860E-FB64-04CB86934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1838" cy="4351338"/>
          </a:xfrm>
        </p:spPr>
        <p:txBody>
          <a:bodyPr>
            <a:normAutofit/>
          </a:bodyPr>
          <a:lstStyle/>
          <a:p>
            <a:r>
              <a:rPr lang="fr-FR" u="sng" dirty="0">
                <a:hlinkClick r:id="rId2"/>
              </a:rPr>
              <a:t>ADEME</a:t>
            </a:r>
            <a:r>
              <a:rPr lang="fr-FR" dirty="0"/>
              <a:t> – “Autoconsommation photovoltaïque : guide pratique”</a:t>
            </a:r>
          </a:p>
          <a:p>
            <a:r>
              <a:rPr lang="fr-FR" u="sng" dirty="0">
                <a:hlinkClick r:id="rId3"/>
              </a:rPr>
              <a:t>RTE</a:t>
            </a:r>
            <a:r>
              <a:rPr lang="fr-FR" dirty="0"/>
              <a:t> &amp; </a:t>
            </a:r>
            <a:r>
              <a:rPr lang="fr-FR" u="sng" dirty="0">
                <a:hlinkClick r:id="rId4"/>
              </a:rPr>
              <a:t>Enedis</a:t>
            </a:r>
            <a:r>
              <a:rPr lang="fr-FR" dirty="0"/>
              <a:t> – Données de raccordement et autoconsommation</a:t>
            </a:r>
          </a:p>
          <a:p>
            <a:r>
              <a:rPr lang="fr-FR" u="sng" dirty="0">
                <a:hlinkClick r:id="rId5"/>
              </a:rPr>
              <a:t>PVGIS</a:t>
            </a:r>
            <a:r>
              <a:rPr lang="fr-FR" dirty="0"/>
              <a:t> – </a:t>
            </a:r>
            <a:r>
              <a:rPr lang="fr-FR" dirty="0" err="1"/>
              <a:t>European</a:t>
            </a:r>
            <a:r>
              <a:rPr lang="fr-FR" dirty="0"/>
              <a:t> Commission, JRC</a:t>
            </a:r>
          </a:p>
          <a:p>
            <a:r>
              <a:rPr lang="fr-FR" u="sng" dirty="0">
                <a:hlinkClick r:id="rId6"/>
              </a:rPr>
              <a:t>Service-public.fr</a:t>
            </a:r>
            <a:r>
              <a:rPr lang="fr-FR" dirty="0"/>
              <a:t> – Prime à l’autoconsommation 2025</a:t>
            </a:r>
          </a:p>
          <a:p>
            <a:pPr marL="0" indent="0">
              <a:buNone/>
            </a:pPr>
            <a:endParaRPr lang="fr-FR" noProof="0" dirty="0"/>
          </a:p>
          <a:p>
            <a:pPr marL="0" indent="0">
              <a:buNone/>
            </a:pPr>
            <a:r>
              <a:rPr lang="fr-FR" noProof="0" dirty="0"/>
              <a:t>Octobre 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C17F237-D580-404F-23CA-CC1457B75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47AE-F884-4572-99DF-3B748780C110}" type="slidenum">
              <a:rPr lang="fr-FR" noProof="0" smtClean="0"/>
              <a:t>14</a:t>
            </a:fld>
            <a:endParaRPr lang="fr-FR" noProof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541437C-19B7-B9DA-2715-87ABC475298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19" b="17721"/>
          <a:stretch>
            <a:fillRect/>
          </a:stretch>
        </p:blipFill>
        <p:spPr bwMode="auto">
          <a:xfrm>
            <a:off x="0" y="5943516"/>
            <a:ext cx="1323978" cy="88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8172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-COUVERTU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3.xml><?xml version="1.0" encoding="utf-8"?>
<a:theme xmlns:a="http://schemas.openxmlformats.org/drawingml/2006/main" name="2-SOMMAIR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4.xml><?xml version="1.0" encoding="utf-8"?>
<a:theme xmlns:a="http://schemas.openxmlformats.org/drawingml/2006/main" name="3.2-CHAPITRES EX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5.xml><?xml version="1.0" encoding="utf-8"?>
<a:theme xmlns:a="http://schemas.openxmlformats.org/drawingml/2006/main" name="4.1-Corpu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6.xml><?xml version="1.0" encoding="utf-8"?>
<a:theme xmlns:a="http://schemas.openxmlformats.org/drawingml/2006/main" name="3.1-CHAPITRES INTERNE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7.xml><?xml version="1.0" encoding="utf-8"?>
<a:theme xmlns:a="http://schemas.openxmlformats.org/drawingml/2006/main" name="5-Fin">
  <a:themeElements>
    <a:clrScheme name="JUNIA 25">
      <a:dk1>
        <a:srgbClr val="3F2A56"/>
      </a:dk1>
      <a:lt1>
        <a:srgbClr val="FFFFFF"/>
      </a:lt1>
      <a:dk2>
        <a:srgbClr val="FF5C38"/>
      </a:dk2>
      <a:lt2>
        <a:srgbClr val="FFFFFF"/>
      </a:lt2>
      <a:accent1>
        <a:srgbClr val="61CAD0"/>
      </a:accent1>
      <a:accent2>
        <a:srgbClr val="2FAD66"/>
      </a:accent2>
      <a:accent3>
        <a:srgbClr val="00919B"/>
      </a:accent3>
      <a:accent4>
        <a:srgbClr val="FFB9B5"/>
      </a:accent4>
      <a:accent5>
        <a:srgbClr val="FF5C38"/>
      </a:accent5>
      <a:accent6>
        <a:srgbClr val="8648AA"/>
      </a:accent6>
      <a:hlink>
        <a:srgbClr val="3D2A55"/>
      </a:hlink>
      <a:folHlink>
        <a:srgbClr val="FFFFFF"/>
      </a:folHlink>
    </a:clrScheme>
    <a:fontScheme name="Custom 24">
      <a:majorFont>
        <a:latin typeface="Gilroy-Heavy"/>
        <a:ea typeface=""/>
        <a:cs typeface=""/>
      </a:majorFont>
      <a:minorFont>
        <a:latin typeface="Gilroy-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Clean Template.pptx" id="{0611A813-55BB-49F6-BD7B-96428D452493}" vid="{225EDBC1-0415-44ED-872A-3148CDB72EDC}"/>
    </a:ext>
  </a:extLst>
</a:theme>
</file>

<file path=ppt/theme/theme8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E937A98-06A5-4840-8B09-64C4AB41050A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3A8A710-D4C6-492D-8141-8A4E235E3304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63D34E541314F80CD24A648ABC5FB" ma:contentTypeVersion="7" ma:contentTypeDescription="Create a new document." ma:contentTypeScope="" ma:versionID="fe3c99d7a639c00420632a79ce9d5da4">
  <xsd:schema xmlns:xsd="http://www.w3.org/2001/XMLSchema" xmlns:xs="http://www.w3.org/2001/XMLSchema" xmlns:p="http://schemas.microsoft.com/office/2006/metadata/properties" xmlns:ns2="cd5233e2-74fb-488a-aed8-75637c784312" targetNamespace="http://schemas.microsoft.com/office/2006/metadata/properties" ma:root="true" ma:fieldsID="e0f7e7fd5fef82a93d029aca2c45b4b9" ns2:_="">
    <xsd:import namespace="cd5233e2-74fb-488a-aed8-75637c784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233e2-74fb-488a-aed8-75637c784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4249CD-ACED-4D7C-93D6-85B52B7A2FAE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cd5233e2-74fb-488a-aed8-75637c784312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97130EB-DF45-42FA-9324-31E3910341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FF0CEC-AF7F-42A4-9634-CE9F4F395E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5233e2-74fb-488a-aed8-75637c7843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9f5c8052-b1ea-40d1-8cd5-ea0c204ca84f}" enabled="1" method="Standard" siteId="{19e51c11-d919-4a98-899d-9b9dc33f4e0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377</Words>
  <Application>Microsoft Office PowerPoint</Application>
  <PresentationFormat>Grand écran</PresentationFormat>
  <Paragraphs>85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7</vt:i4>
      </vt:variant>
      <vt:variant>
        <vt:lpstr>Titres des diapositives</vt:lpstr>
      </vt:variant>
      <vt:variant>
        <vt:i4>14</vt:i4>
      </vt:variant>
    </vt:vector>
  </HeadingPairs>
  <TitlesOfParts>
    <vt:vector size="28" baseType="lpstr">
      <vt:lpstr>Apple Symbols</vt:lpstr>
      <vt:lpstr>Aptos</vt:lpstr>
      <vt:lpstr>Aptos Display</vt:lpstr>
      <vt:lpstr>Arial</vt:lpstr>
      <vt:lpstr>Calibri</vt:lpstr>
      <vt:lpstr>Cambria Math</vt:lpstr>
      <vt:lpstr>GILROY-EXTRABOLD</vt:lpstr>
      <vt:lpstr>Thème Office</vt:lpstr>
      <vt:lpstr>1-COUVERTURE</vt:lpstr>
      <vt:lpstr>2-SOMMAIRE</vt:lpstr>
      <vt:lpstr>3.2-CHAPITRES EXTERNE</vt:lpstr>
      <vt:lpstr>4.1-Corpus INTERNE</vt:lpstr>
      <vt:lpstr>3.1-CHAPITRES INTERNE</vt:lpstr>
      <vt:lpstr>5-Fin</vt:lpstr>
      <vt:lpstr>Comprendre le principe, les indicateurs et les enjeux économiques de l’autoconsommation photovoltaïque</vt:lpstr>
      <vt:lpstr>Fonctionnement d’une installation photovoltaïque</vt:lpstr>
      <vt:lpstr>Rappel : le principe du photovoltaïque</vt:lpstr>
      <vt:lpstr>Schéma global d’un système</vt:lpstr>
      <vt:lpstr>Taux d’autoconsommation et taux d’autoproduction</vt:lpstr>
      <vt:lpstr>Exemple chiffré</vt:lpstr>
      <vt:lpstr>Injection et revente du surplus</vt:lpstr>
      <vt:lpstr>Les trois modèles d’autoconsommation</vt:lpstr>
      <vt:lpstr>Leviers d’optimisation</vt:lpstr>
      <vt:lpstr>Cadre réglementaire et aides</vt:lpstr>
      <vt:lpstr>Cas pratique TD avec PVGIS</vt:lpstr>
      <vt:lpstr>Conclusion</vt:lpstr>
      <vt:lpstr>Présentation PowerPoint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Aymeric SAS</dc:creator>
  <cp:lastModifiedBy>Aymeric SAS</cp:lastModifiedBy>
  <cp:revision>1</cp:revision>
  <dcterms:created xsi:type="dcterms:W3CDTF">2025-10-20T13:43:34Z</dcterms:created>
  <dcterms:modified xsi:type="dcterms:W3CDTF">2026-01-05T14:46:55Z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0x0101004DE63D34E541314F80CD24A648ABC5FB</vt:lpwstr>
  </property>
</Properties>
</file>