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9" r:id="rId4"/>
    <p:sldMasterId id="2147483902" r:id="rId5"/>
    <p:sldMasterId id="2147483879" r:id="rId6"/>
    <p:sldMasterId id="2147483917" r:id="rId7"/>
    <p:sldMasterId id="2147483851" r:id="rId8"/>
    <p:sldMasterId id="2147483913" r:id="rId9"/>
  </p:sldMasterIdLst>
  <p:notesMasterIdLst>
    <p:notesMasterId r:id="rId21"/>
  </p:notesMasterIdLst>
  <p:sldIdLst>
    <p:sldId id="267" r:id="rId10"/>
    <p:sldId id="268" r:id="rId11"/>
    <p:sldId id="269" r:id="rId12"/>
    <p:sldId id="271" r:id="rId13"/>
    <p:sldId id="272" r:id="rId14"/>
    <p:sldId id="273" r:id="rId15"/>
    <p:sldId id="275" r:id="rId16"/>
    <p:sldId id="274" r:id="rId17"/>
    <p:sldId id="276" r:id="rId18"/>
    <p:sldId id="277" r:id="rId19"/>
    <p:sldId id="278"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BEF10E-D5F1-4169-82FD-F7931824FFFF}" v="117" dt="2026-01-07T10:21:51.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15" autoAdjust="0"/>
    <p:restoredTop sz="77549" autoAdjust="0"/>
  </p:normalViewPr>
  <p:slideViewPr>
    <p:cSldViewPr snapToGrid="0">
      <p:cViewPr>
        <p:scale>
          <a:sx n="34" d="100"/>
          <a:sy n="34" d="100"/>
        </p:scale>
        <p:origin x="1004"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meric SAS" userId="0709990b-44f5-4bd5-9b81-bd7d889f29cd" providerId="ADAL" clId="{2091728C-5E7A-4D85-9700-94E9CE656D0D}"/>
    <pc:docChg chg="undo redo custSel addSld delSld modSld sldOrd addMainMaster delMainMaster">
      <pc:chgData name="Aymeric SAS" userId="0709990b-44f5-4bd5-9b81-bd7d889f29cd" providerId="ADAL" clId="{2091728C-5E7A-4D85-9700-94E9CE656D0D}" dt="2026-01-07T10:21:51.746" v="456" actId="1076"/>
      <pc:docMkLst>
        <pc:docMk/>
      </pc:docMkLst>
      <pc:sldChg chg="modSp del mod">
        <pc:chgData name="Aymeric SAS" userId="0709990b-44f5-4bd5-9b81-bd7d889f29cd" providerId="ADAL" clId="{2091728C-5E7A-4D85-9700-94E9CE656D0D}" dt="2026-01-07T09:58:36.892" v="69" actId="47"/>
        <pc:sldMkLst>
          <pc:docMk/>
          <pc:sldMk cId="2391890788" sldId="256"/>
        </pc:sldMkLst>
        <pc:spChg chg="mod">
          <ac:chgData name="Aymeric SAS" userId="0709990b-44f5-4bd5-9b81-bd7d889f29cd" providerId="ADAL" clId="{2091728C-5E7A-4D85-9700-94E9CE656D0D}" dt="2026-01-07T09:57:54.852" v="50" actId="21"/>
          <ac:spMkLst>
            <pc:docMk/>
            <pc:sldMk cId="2391890788" sldId="256"/>
            <ac:spMk id="16" creationId="{0C46FCF1-A42A-F11A-0919-0D9B33AE2F9F}"/>
          </ac:spMkLst>
        </pc:spChg>
      </pc:sldChg>
      <pc:sldChg chg="del">
        <pc:chgData name="Aymeric SAS" userId="0709990b-44f5-4bd5-9b81-bd7d889f29cd" providerId="ADAL" clId="{2091728C-5E7A-4D85-9700-94E9CE656D0D}" dt="2026-01-07T10:00:35.658" v="97" actId="47"/>
        <pc:sldMkLst>
          <pc:docMk/>
          <pc:sldMk cId="2828684383" sldId="257"/>
        </pc:sldMkLst>
      </pc:sldChg>
      <pc:sldChg chg="del">
        <pc:chgData name="Aymeric SAS" userId="0709990b-44f5-4bd5-9b81-bd7d889f29cd" providerId="ADAL" clId="{2091728C-5E7A-4D85-9700-94E9CE656D0D}" dt="2026-01-07T10:02:08.406" v="116" actId="47"/>
        <pc:sldMkLst>
          <pc:docMk/>
          <pc:sldMk cId="297647324" sldId="258"/>
        </pc:sldMkLst>
      </pc:sldChg>
      <pc:sldChg chg="add del">
        <pc:chgData name="Aymeric SAS" userId="0709990b-44f5-4bd5-9b81-bd7d889f29cd" providerId="ADAL" clId="{2091728C-5E7A-4D85-9700-94E9CE656D0D}" dt="2026-01-07T10:06:42.823" v="288" actId="47"/>
        <pc:sldMkLst>
          <pc:docMk/>
          <pc:sldMk cId="280946020" sldId="259"/>
        </pc:sldMkLst>
      </pc:sldChg>
      <pc:sldChg chg="del">
        <pc:chgData name="Aymeric SAS" userId="0709990b-44f5-4bd5-9b81-bd7d889f29cd" providerId="ADAL" clId="{2091728C-5E7A-4D85-9700-94E9CE656D0D}" dt="2026-01-07T10:07:40.616" v="303" actId="47"/>
        <pc:sldMkLst>
          <pc:docMk/>
          <pc:sldMk cId="439099558" sldId="260"/>
        </pc:sldMkLst>
      </pc:sldChg>
      <pc:sldChg chg="del">
        <pc:chgData name="Aymeric SAS" userId="0709990b-44f5-4bd5-9b81-bd7d889f29cd" providerId="ADAL" clId="{2091728C-5E7A-4D85-9700-94E9CE656D0D}" dt="2026-01-07T10:10:08.024" v="331" actId="47"/>
        <pc:sldMkLst>
          <pc:docMk/>
          <pc:sldMk cId="2488875167" sldId="261"/>
        </pc:sldMkLst>
      </pc:sldChg>
      <pc:sldChg chg="modSp add del mod">
        <pc:chgData name="Aymeric SAS" userId="0709990b-44f5-4bd5-9b81-bd7d889f29cd" providerId="ADAL" clId="{2091728C-5E7A-4D85-9700-94E9CE656D0D}" dt="2026-01-07T10:15:24.239" v="379" actId="47"/>
        <pc:sldMkLst>
          <pc:docMk/>
          <pc:sldMk cId="3208812203" sldId="262"/>
        </pc:sldMkLst>
        <pc:spChg chg="mod">
          <ac:chgData name="Aymeric SAS" userId="0709990b-44f5-4bd5-9b81-bd7d889f29cd" providerId="ADAL" clId="{2091728C-5E7A-4D85-9700-94E9CE656D0D}" dt="2026-01-07T10:14:36.072" v="371" actId="1076"/>
          <ac:spMkLst>
            <pc:docMk/>
            <pc:sldMk cId="3208812203" sldId="262"/>
            <ac:spMk id="4" creationId="{73E16AD7-C310-19F9-6724-7C7CF6E42CAA}"/>
          </ac:spMkLst>
        </pc:spChg>
      </pc:sldChg>
      <pc:sldChg chg="addSp modSp del">
        <pc:chgData name="Aymeric SAS" userId="0709990b-44f5-4bd5-9b81-bd7d889f29cd" providerId="ADAL" clId="{2091728C-5E7A-4D85-9700-94E9CE656D0D}" dt="2026-01-07T10:13:19.944" v="358" actId="47"/>
        <pc:sldMkLst>
          <pc:docMk/>
          <pc:sldMk cId="858651080" sldId="263"/>
        </pc:sldMkLst>
        <pc:spChg chg="add mod">
          <ac:chgData name="Aymeric SAS" userId="0709990b-44f5-4bd5-9b81-bd7d889f29cd" providerId="ADAL" clId="{2091728C-5E7A-4D85-9700-94E9CE656D0D}" dt="2026-01-07T10:10:55.813" v="337" actId="571"/>
          <ac:spMkLst>
            <pc:docMk/>
            <pc:sldMk cId="858651080" sldId="263"/>
            <ac:spMk id="2" creationId="{E276E124-5E23-BB99-5D44-CB99BB5366CA}"/>
          </ac:spMkLst>
        </pc:spChg>
        <pc:spChg chg="add mod">
          <ac:chgData name="Aymeric SAS" userId="0709990b-44f5-4bd5-9b81-bd7d889f29cd" providerId="ADAL" clId="{2091728C-5E7A-4D85-9700-94E9CE656D0D}" dt="2026-01-07T10:10:55.813" v="337" actId="571"/>
          <ac:spMkLst>
            <pc:docMk/>
            <pc:sldMk cId="858651080" sldId="263"/>
            <ac:spMk id="3" creationId="{1629C2DD-4910-6EF1-7E55-CE21CF9DA3D6}"/>
          </ac:spMkLst>
        </pc:spChg>
        <pc:spChg chg="add mod">
          <ac:chgData name="Aymeric SAS" userId="0709990b-44f5-4bd5-9b81-bd7d889f29cd" providerId="ADAL" clId="{2091728C-5E7A-4D85-9700-94E9CE656D0D}" dt="2026-01-07T10:10:55.813" v="337" actId="571"/>
          <ac:spMkLst>
            <pc:docMk/>
            <pc:sldMk cId="858651080" sldId="263"/>
            <ac:spMk id="4" creationId="{09B87B57-15B4-34F7-BE57-47EC351B1123}"/>
          </ac:spMkLst>
        </pc:spChg>
        <pc:spChg chg="mod">
          <ac:chgData name="Aymeric SAS" userId="0709990b-44f5-4bd5-9b81-bd7d889f29cd" providerId="ADAL" clId="{2091728C-5E7A-4D85-9700-94E9CE656D0D}" dt="2026-01-07T10:10:55.813" v="337" actId="571"/>
          <ac:spMkLst>
            <pc:docMk/>
            <pc:sldMk cId="858651080" sldId="263"/>
            <ac:spMk id="20" creationId="{471B5E79-79FF-77A5-CE26-FD29C08BC958}"/>
          </ac:spMkLst>
        </pc:spChg>
        <pc:spChg chg="mod">
          <ac:chgData name="Aymeric SAS" userId="0709990b-44f5-4bd5-9b81-bd7d889f29cd" providerId="ADAL" clId="{2091728C-5E7A-4D85-9700-94E9CE656D0D}" dt="2026-01-07T10:10:55.813" v="337" actId="571"/>
          <ac:spMkLst>
            <pc:docMk/>
            <pc:sldMk cId="858651080" sldId="263"/>
            <ac:spMk id="21" creationId="{0D765EF0-0023-8153-7612-B80CB2ECAF41}"/>
          </ac:spMkLst>
        </pc:spChg>
        <pc:spChg chg="mod">
          <ac:chgData name="Aymeric SAS" userId="0709990b-44f5-4bd5-9b81-bd7d889f29cd" providerId="ADAL" clId="{2091728C-5E7A-4D85-9700-94E9CE656D0D}" dt="2026-01-07T10:10:55.813" v="337" actId="571"/>
          <ac:spMkLst>
            <pc:docMk/>
            <pc:sldMk cId="858651080" sldId="263"/>
            <ac:spMk id="22" creationId="{31751D4E-772F-6A9E-4750-5FCEA43A6627}"/>
          </ac:spMkLst>
        </pc:spChg>
        <pc:spChg chg="mod">
          <ac:chgData name="Aymeric SAS" userId="0709990b-44f5-4bd5-9b81-bd7d889f29cd" providerId="ADAL" clId="{2091728C-5E7A-4D85-9700-94E9CE656D0D}" dt="2026-01-07T10:10:55.813" v="337" actId="571"/>
          <ac:spMkLst>
            <pc:docMk/>
            <pc:sldMk cId="858651080" sldId="263"/>
            <ac:spMk id="23" creationId="{3926A0D7-A042-F486-3555-8B5B17D36465}"/>
          </ac:spMkLst>
        </pc:spChg>
        <pc:spChg chg="mod">
          <ac:chgData name="Aymeric SAS" userId="0709990b-44f5-4bd5-9b81-bd7d889f29cd" providerId="ADAL" clId="{2091728C-5E7A-4D85-9700-94E9CE656D0D}" dt="2026-01-07T10:10:55.813" v="337" actId="571"/>
          <ac:spMkLst>
            <pc:docMk/>
            <pc:sldMk cId="858651080" sldId="263"/>
            <ac:spMk id="24" creationId="{A76A5791-DD42-855D-FFE1-176E80E95C37}"/>
          </ac:spMkLst>
        </pc:spChg>
        <pc:spChg chg="mod">
          <ac:chgData name="Aymeric SAS" userId="0709990b-44f5-4bd5-9b81-bd7d889f29cd" providerId="ADAL" clId="{2091728C-5E7A-4D85-9700-94E9CE656D0D}" dt="2026-01-07T10:10:55.813" v="337" actId="571"/>
          <ac:spMkLst>
            <pc:docMk/>
            <pc:sldMk cId="858651080" sldId="263"/>
            <ac:spMk id="25" creationId="{3FB6EC0C-E6B8-269E-6C8B-86ADA998D2B5}"/>
          </ac:spMkLst>
        </pc:spChg>
        <pc:spChg chg="mod">
          <ac:chgData name="Aymeric SAS" userId="0709990b-44f5-4bd5-9b81-bd7d889f29cd" providerId="ADAL" clId="{2091728C-5E7A-4D85-9700-94E9CE656D0D}" dt="2026-01-07T10:10:55.813" v="337" actId="571"/>
          <ac:spMkLst>
            <pc:docMk/>
            <pc:sldMk cId="858651080" sldId="263"/>
            <ac:spMk id="26" creationId="{16D3E322-547C-DDA1-2E2D-E00FE8B4BB2D}"/>
          </ac:spMkLst>
        </pc:spChg>
      </pc:sldChg>
      <pc:sldChg chg="del">
        <pc:chgData name="Aymeric SAS" userId="0709990b-44f5-4bd5-9b81-bd7d889f29cd" providerId="ADAL" clId="{2091728C-5E7A-4D85-9700-94E9CE656D0D}" dt="2026-01-07T10:17:16.790" v="407" actId="47"/>
        <pc:sldMkLst>
          <pc:docMk/>
          <pc:sldMk cId="1514280185" sldId="264"/>
        </pc:sldMkLst>
      </pc:sldChg>
      <pc:sldChg chg="del">
        <pc:chgData name="Aymeric SAS" userId="0709990b-44f5-4bd5-9b81-bd7d889f29cd" providerId="ADAL" clId="{2091728C-5E7A-4D85-9700-94E9CE656D0D}" dt="2026-01-07T10:19:19.415" v="432" actId="47"/>
        <pc:sldMkLst>
          <pc:docMk/>
          <pc:sldMk cId="1449977499" sldId="265"/>
        </pc:sldMkLst>
      </pc:sldChg>
      <pc:sldChg chg="del ord">
        <pc:chgData name="Aymeric SAS" userId="0709990b-44f5-4bd5-9b81-bd7d889f29cd" providerId="ADAL" clId="{2091728C-5E7A-4D85-9700-94E9CE656D0D}" dt="2026-01-07T10:19:51.817" v="437" actId="47"/>
        <pc:sldMkLst>
          <pc:docMk/>
          <pc:sldMk cId="4045757507" sldId="266"/>
        </pc:sldMkLst>
      </pc:sldChg>
      <pc:sldChg chg="addSp delSp modSp add mod">
        <pc:chgData name="Aymeric SAS" userId="0709990b-44f5-4bd5-9b81-bd7d889f29cd" providerId="ADAL" clId="{2091728C-5E7A-4D85-9700-94E9CE656D0D}" dt="2026-01-07T10:21:51.746" v="456" actId="1076"/>
        <pc:sldMkLst>
          <pc:docMk/>
          <pc:sldMk cId="1025345488" sldId="267"/>
        </pc:sldMkLst>
        <pc:spChg chg="mod">
          <ac:chgData name="Aymeric SAS" userId="0709990b-44f5-4bd5-9b81-bd7d889f29cd" providerId="ADAL" clId="{2091728C-5E7A-4D85-9700-94E9CE656D0D}" dt="2026-01-07T09:58:19.632" v="68" actId="20577"/>
          <ac:spMkLst>
            <pc:docMk/>
            <pc:sldMk cId="1025345488" sldId="267"/>
            <ac:spMk id="3" creationId="{A0A36B49-3E6A-1F81-19D7-E56187CFB98B}"/>
          </ac:spMkLst>
        </pc:spChg>
        <pc:spChg chg="mod">
          <ac:chgData name="Aymeric SAS" userId="0709990b-44f5-4bd5-9b81-bd7d889f29cd" providerId="ADAL" clId="{2091728C-5E7A-4D85-9700-94E9CE656D0D}" dt="2026-01-07T09:57:48.545" v="49" actId="27636"/>
          <ac:spMkLst>
            <pc:docMk/>
            <pc:sldMk cId="1025345488" sldId="267"/>
            <ac:spMk id="5" creationId="{A05FA7BB-14FB-A392-9740-4FA6DB2AB820}"/>
          </ac:spMkLst>
        </pc:spChg>
        <pc:picChg chg="del">
          <ac:chgData name="Aymeric SAS" userId="0709990b-44f5-4bd5-9b81-bd7d889f29cd" providerId="ADAL" clId="{2091728C-5E7A-4D85-9700-94E9CE656D0D}" dt="2026-01-07T10:21:09.347" v="438" actId="478"/>
          <ac:picMkLst>
            <pc:docMk/>
            <pc:sldMk cId="1025345488" sldId="267"/>
            <ac:picMk id="6" creationId="{06DAA2EF-28A6-0D22-1D80-86C084663806}"/>
          </ac:picMkLst>
        </pc:picChg>
        <pc:picChg chg="add del mod">
          <ac:chgData name="Aymeric SAS" userId="0709990b-44f5-4bd5-9b81-bd7d889f29cd" providerId="ADAL" clId="{2091728C-5E7A-4D85-9700-94E9CE656D0D}" dt="2026-01-07T10:21:12.536" v="441" actId="478"/>
          <ac:picMkLst>
            <pc:docMk/>
            <pc:sldMk cId="1025345488" sldId="267"/>
            <ac:picMk id="2050" creationId="{A7861BC9-15AC-54E8-EDE0-66526B6346E1}"/>
          </ac:picMkLst>
        </pc:picChg>
        <pc:picChg chg="add mod">
          <ac:chgData name="Aymeric SAS" userId="0709990b-44f5-4bd5-9b81-bd7d889f29cd" providerId="ADAL" clId="{2091728C-5E7A-4D85-9700-94E9CE656D0D}" dt="2026-01-07T10:21:51.746" v="456" actId="1076"/>
          <ac:picMkLst>
            <pc:docMk/>
            <pc:sldMk cId="1025345488" sldId="267"/>
            <ac:picMk id="2052" creationId="{DA85FB00-C891-92AB-5430-68581D98C798}"/>
          </ac:picMkLst>
        </pc:picChg>
      </pc:sldChg>
      <pc:sldChg chg="modSp add mod">
        <pc:chgData name="Aymeric SAS" userId="0709990b-44f5-4bd5-9b81-bd7d889f29cd" providerId="ADAL" clId="{2091728C-5E7A-4D85-9700-94E9CE656D0D}" dt="2026-01-07T10:00:31.284" v="96" actId="1076"/>
        <pc:sldMkLst>
          <pc:docMk/>
          <pc:sldMk cId="841717994" sldId="268"/>
        </pc:sldMkLst>
        <pc:spChg chg="mod">
          <ac:chgData name="Aymeric SAS" userId="0709990b-44f5-4bd5-9b81-bd7d889f29cd" providerId="ADAL" clId="{2091728C-5E7A-4D85-9700-94E9CE656D0D}" dt="2026-01-07T09:58:53.671" v="73"/>
          <ac:spMkLst>
            <pc:docMk/>
            <pc:sldMk cId="841717994" sldId="268"/>
            <ac:spMk id="2" creationId="{DADC935F-4B2D-D05B-F423-8E01C8962D8E}"/>
          </ac:spMkLst>
        </pc:spChg>
        <pc:spChg chg="mod">
          <ac:chgData name="Aymeric SAS" userId="0709990b-44f5-4bd5-9b81-bd7d889f29cd" providerId="ADAL" clId="{2091728C-5E7A-4D85-9700-94E9CE656D0D}" dt="2026-01-07T10:00:31.284" v="96" actId="1076"/>
          <ac:spMkLst>
            <pc:docMk/>
            <pc:sldMk cId="841717994" sldId="268"/>
            <ac:spMk id="3" creationId="{887A3485-E720-5CBF-B4B6-9927B4138552}"/>
          </ac:spMkLst>
        </pc:spChg>
        <pc:spChg chg="mod">
          <ac:chgData name="Aymeric SAS" userId="0709990b-44f5-4bd5-9b81-bd7d889f29cd" providerId="ADAL" clId="{2091728C-5E7A-4D85-9700-94E9CE656D0D}" dt="2026-01-07T09:59:40.609" v="85"/>
          <ac:spMkLst>
            <pc:docMk/>
            <pc:sldMk cId="841717994" sldId="268"/>
            <ac:spMk id="4" creationId="{4406262F-D46A-F769-F93F-194D579FF505}"/>
          </ac:spMkLst>
        </pc:spChg>
        <pc:spChg chg="mod">
          <ac:chgData name="Aymeric SAS" userId="0709990b-44f5-4bd5-9b81-bd7d889f29cd" providerId="ADAL" clId="{2091728C-5E7A-4D85-9700-94E9CE656D0D}" dt="2026-01-07T10:00:24.162" v="95" actId="1076"/>
          <ac:spMkLst>
            <pc:docMk/>
            <pc:sldMk cId="841717994" sldId="268"/>
            <ac:spMk id="7" creationId="{E6D0CC02-EDB7-73B1-0A7B-4F8D86A9EB68}"/>
          </ac:spMkLst>
        </pc:spChg>
        <pc:spChg chg="mod">
          <ac:chgData name="Aymeric SAS" userId="0709990b-44f5-4bd5-9b81-bd7d889f29cd" providerId="ADAL" clId="{2091728C-5E7A-4D85-9700-94E9CE656D0D}" dt="2026-01-07T09:59:53.157" v="87"/>
          <ac:spMkLst>
            <pc:docMk/>
            <pc:sldMk cId="841717994" sldId="268"/>
            <ac:spMk id="22" creationId="{2EDA29FD-A85B-8646-F714-A68CB96EBAF0}"/>
          </ac:spMkLst>
        </pc:spChg>
        <pc:spChg chg="mod">
          <ac:chgData name="Aymeric SAS" userId="0709990b-44f5-4bd5-9b81-bd7d889f29cd" providerId="ADAL" clId="{2091728C-5E7A-4D85-9700-94E9CE656D0D}" dt="2026-01-07T10:00:10.699" v="92" actId="1076"/>
          <ac:spMkLst>
            <pc:docMk/>
            <pc:sldMk cId="841717994" sldId="268"/>
            <ac:spMk id="23" creationId="{70F329AA-78F2-5BD0-1D32-45D3A60AF1E5}"/>
          </ac:spMkLst>
        </pc:spChg>
      </pc:sldChg>
      <pc:sldChg chg="addSp delSp modSp add mod">
        <pc:chgData name="Aymeric SAS" userId="0709990b-44f5-4bd5-9b81-bd7d889f29cd" providerId="ADAL" clId="{2091728C-5E7A-4D85-9700-94E9CE656D0D}" dt="2026-01-07T10:01:55.195" v="115" actId="12"/>
        <pc:sldMkLst>
          <pc:docMk/>
          <pc:sldMk cId="680866590" sldId="269"/>
        </pc:sldMkLst>
        <pc:spChg chg="mod">
          <ac:chgData name="Aymeric SAS" userId="0709990b-44f5-4bd5-9b81-bd7d889f29cd" providerId="ADAL" clId="{2091728C-5E7A-4D85-9700-94E9CE656D0D}" dt="2026-01-07T10:00:53.995" v="100"/>
          <ac:spMkLst>
            <pc:docMk/>
            <pc:sldMk cId="680866590" sldId="269"/>
            <ac:spMk id="3" creationId="{CA750865-48C6-ED0A-A0FA-BF5B6E3F68AB}"/>
          </ac:spMkLst>
        </pc:spChg>
        <pc:spChg chg="mod">
          <ac:chgData name="Aymeric SAS" userId="0709990b-44f5-4bd5-9b81-bd7d889f29cd" providerId="ADAL" clId="{2091728C-5E7A-4D85-9700-94E9CE656D0D}" dt="2026-01-07T10:01:55.195" v="115" actId="12"/>
          <ac:spMkLst>
            <pc:docMk/>
            <pc:sldMk cId="680866590" sldId="269"/>
            <ac:spMk id="8" creationId="{54C0152D-6633-2363-97C8-63A5A081EA89}"/>
          </ac:spMkLst>
        </pc:spChg>
        <pc:picChg chg="add mod">
          <ac:chgData name="Aymeric SAS" userId="0709990b-44f5-4bd5-9b81-bd7d889f29cd" providerId="ADAL" clId="{2091728C-5E7A-4D85-9700-94E9CE656D0D}" dt="2026-01-07T10:01:25.902" v="111" actId="1076"/>
          <ac:picMkLst>
            <pc:docMk/>
            <pc:sldMk cId="680866590" sldId="269"/>
            <ac:picMk id="2" creationId="{B6F00F93-7C9B-0C5C-D8BA-590034069546}"/>
          </ac:picMkLst>
        </pc:picChg>
        <pc:picChg chg="del">
          <ac:chgData name="Aymeric SAS" userId="0709990b-44f5-4bd5-9b81-bd7d889f29cd" providerId="ADAL" clId="{2091728C-5E7A-4D85-9700-94E9CE656D0D}" dt="2026-01-07T10:01:00.728" v="101" actId="478"/>
          <ac:picMkLst>
            <pc:docMk/>
            <pc:sldMk cId="680866590" sldId="269"/>
            <ac:picMk id="6" creationId="{D395709F-F0E9-BC8E-F8D4-F5A8B6AAAB76}"/>
          </ac:picMkLst>
        </pc:picChg>
      </pc:sldChg>
      <pc:sldChg chg="add del">
        <pc:chgData name="Aymeric SAS" userId="0709990b-44f5-4bd5-9b81-bd7d889f29cd" providerId="ADAL" clId="{2091728C-5E7A-4D85-9700-94E9CE656D0D}" dt="2026-01-07T10:06:43.390" v="292" actId="47"/>
        <pc:sldMkLst>
          <pc:docMk/>
          <pc:sldMk cId="3601147501" sldId="270"/>
        </pc:sldMkLst>
      </pc:sldChg>
      <pc:sldChg chg="addSp delSp modSp add mod">
        <pc:chgData name="Aymeric SAS" userId="0709990b-44f5-4bd5-9b81-bd7d889f29cd" providerId="ADAL" clId="{2091728C-5E7A-4D85-9700-94E9CE656D0D}" dt="2026-01-07T10:06:43.256" v="291" actId="1076"/>
        <pc:sldMkLst>
          <pc:docMk/>
          <pc:sldMk cId="106694105" sldId="271"/>
        </pc:sldMkLst>
        <pc:spChg chg="add mod">
          <ac:chgData name="Aymeric SAS" userId="0709990b-44f5-4bd5-9b81-bd7d889f29cd" providerId="ADAL" clId="{2091728C-5E7A-4D85-9700-94E9CE656D0D}" dt="2026-01-07T10:04:17.535" v="182" actId="1076"/>
          <ac:spMkLst>
            <pc:docMk/>
            <pc:sldMk cId="106694105" sldId="271"/>
            <ac:spMk id="2" creationId="{38057A2F-6204-6436-5ED6-64C482706E66}"/>
          </ac:spMkLst>
        </pc:spChg>
        <pc:spChg chg="mod">
          <ac:chgData name="Aymeric SAS" userId="0709990b-44f5-4bd5-9b81-bd7d889f29cd" providerId="ADAL" clId="{2091728C-5E7A-4D85-9700-94E9CE656D0D}" dt="2026-01-07T10:02:43.041" v="122"/>
          <ac:spMkLst>
            <pc:docMk/>
            <pc:sldMk cId="106694105" sldId="271"/>
            <ac:spMk id="3" creationId="{DCB06BD3-1DD7-4555-F358-44FF0CFBF853}"/>
          </ac:spMkLst>
        </pc:spChg>
        <pc:spChg chg="add mod">
          <ac:chgData name="Aymeric SAS" userId="0709990b-44f5-4bd5-9b81-bd7d889f29cd" providerId="ADAL" clId="{2091728C-5E7A-4D85-9700-94E9CE656D0D}" dt="2026-01-07T10:06:43.256" v="291" actId="1076"/>
          <ac:spMkLst>
            <pc:docMk/>
            <pc:sldMk cId="106694105" sldId="271"/>
            <ac:spMk id="14" creationId="{5574A8BE-456A-9819-BF96-AB6C96B6C6FF}"/>
          </ac:spMkLst>
        </pc:spChg>
        <pc:spChg chg="add mod">
          <ac:chgData name="Aymeric SAS" userId="0709990b-44f5-4bd5-9b81-bd7d889f29cd" providerId="ADAL" clId="{2091728C-5E7A-4D85-9700-94E9CE656D0D}" dt="2026-01-07T10:06:42.959" v="289" actId="1037"/>
          <ac:spMkLst>
            <pc:docMk/>
            <pc:sldMk cId="106694105" sldId="271"/>
            <ac:spMk id="15" creationId="{2EA0F9CC-D7DF-1C1D-4871-A0FC5A9111D6}"/>
          </ac:spMkLst>
        </pc:spChg>
        <pc:picChg chg="del">
          <ac:chgData name="Aymeric SAS" userId="0709990b-44f5-4bd5-9b81-bd7d889f29cd" providerId="ADAL" clId="{2091728C-5E7A-4D85-9700-94E9CE656D0D}" dt="2026-01-07T10:03:05.006" v="123" actId="478"/>
          <ac:picMkLst>
            <pc:docMk/>
            <pc:sldMk cId="106694105" sldId="271"/>
            <ac:picMk id="5" creationId="{2740D767-95E6-B036-E53E-5BFC7FC8F776}"/>
          </ac:picMkLst>
        </pc:picChg>
        <pc:picChg chg="del">
          <ac:chgData name="Aymeric SAS" userId="0709990b-44f5-4bd5-9b81-bd7d889f29cd" providerId="ADAL" clId="{2091728C-5E7A-4D85-9700-94E9CE656D0D}" dt="2026-01-07T10:03:07.379" v="124" actId="478"/>
          <ac:picMkLst>
            <pc:docMk/>
            <pc:sldMk cId="106694105" sldId="271"/>
            <ac:picMk id="6" creationId="{7FD12A66-144E-0160-41EB-9D57ADAAF437}"/>
          </ac:picMkLst>
        </pc:picChg>
        <pc:picChg chg="add mod">
          <ac:chgData name="Aymeric SAS" userId="0709990b-44f5-4bd5-9b81-bd7d889f29cd" providerId="ADAL" clId="{2091728C-5E7A-4D85-9700-94E9CE656D0D}" dt="2026-01-07T10:06:42.422" v="286" actId="1035"/>
          <ac:picMkLst>
            <pc:docMk/>
            <pc:sldMk cId="106694105" sldId="271"/>
            <ac:picMk id="7" creationId="{520C1BCD-6CD1-D223-0AA5-E918EE8F3ED9}"/>
          </ac:picMkLst>
        </pc:picChg>
        <pc:picChg chg="mod">
          <ac:chgData name="Aymeric SAS" userId="0709990b-44f5-4bd5-9b81-bd7d889f29cd" providerId="ADAL" clId="{2091728C-5E7A-4D85-9700-94E9CE656D0D}" dt="2026-01-07T10:04:26.713" v="205" actId="166"/>
          <ac:picMkLst>
            <pc:docMk/>
            <pc:sldMk cId="106694105" sldId="271"/>
            <ac:picMk id="8" creationId="{DC3C2545-87A3-A6AD-E8E3-A38F427B09F7}"/>
          </ac:picMkLst>
        </pc:picChg>
        <pc:picChg chg="add mod ord">
          <ac:chgData name="Aymeric SAS" userId="0709990b-44f5-4bd5-9b81-bd7d889f29cd" providerId="ADAL" clId="{2091728C-5E7A-4D85-9700-94E9CE656D0D}" dt="2026-01-07T10:06:42.296" v="285" actId="1036"/>
          <ac:picMkLst>
            <pc:docMk/>
            <pc:sldMk cId="106694105" sldId="271"/>
            <ac:picMk id="10" creationId="{E8A446C1-C35F-2413-B05F-348C081728A1}"/>
          </ac:picMkLst>
        </pc:picChg>
        <pc:picChg chg="add mod">
          <ac:chgData name="Aymeric SAS" userId="0709990b-44f5-4bd5-9b81-bd7d889f29cd" providerId="ADAL" clId="{2091728C-5E7A-4D85-9700-94E9CE656D0D}" dt="2026-01-07T10:06:41.150" v="276" actId="1037"/>
          <ac:picMkLst>
            <pc:docMk/>
            <pc:sldMk cId="106694105" sldId="271"/>
            <ac:picMk id="11" creationId="{776DE662-05EF-B28F-17B5-A551E02F9559}"/>
          </ac:picMkLst>
        </pc:picChg>
        <pc:picChg chg="add del mod">
          <ac:chgData name="Aymeric SAS" userId="0709990b-44f5-4bd5-9b81-bd7d889f29cd" providerId="ADAL" clId="{2091728C-5E7A-4D85-9700-94E9CE656D0D}" dt="2026-01-07T10:06:41.808" v="281" actId="478"/>
          <ac:picMkLst>
            <pc:docMk/>
            <pc:sldMk cId="106694105" sldId="271"/>
            <ac:picMk id="12" creationId="{1E1D4145-3059-22CB-F368-0672BF56098C}"/>
          </ac:picMkLst>
        </pc:picChg>
        <pc:picChg chg="add mod">
          <ac:chgData name="Aymeric SAS" userId="0709990b-44f5-4bd5-9b81-bd7d889f29cd" providerId="ADAL" clId="{2091728C-5E7A-4D85-9700-94E9CE656D0D}" dt="2026-01-07T10:06:42.545" v="287" actId="1035"/>
          <ac:picMkLst>
            <pc:docMk/>
            <pc:sldMk cId="106694105" sldId="271"/>
            <ac:picMk id="13" creationId="{B8AF4435-B18D-86BC-3C5F-BA9D99BA2FB5}"/>
          </ac:picMkLst>
        </pc:picChg>
      </pc:sldChg>
      <pc:sldChg chg="addSp modSp add mod">
        <pc:chgData name="Aymeric SAS" userId="0709990b-44f5-4bd5-9b81-bd7d889f29cd" providerId="ADAL" clId="{2091728C-5E7A-4D85-9700-94E9CE656D0D}" dt="2026-01-07T10:07:27.072" v="302" actId="1076"/>
        <pc:sldMkLst>
          <pc:docMk/>
          <pc:sldMk cId="2322766520" sldId="272"/>
        </pc:sldMkLst>
        <pc:spChg chg="mod">
          <ac:chgData name="Aymeric SAS" userId="0709990b-44f5-4bd5-9b81-bd7d889f29cd" providerId="ADAL" clId="{2091728C-5E7A-4D85-9700-94E9CE656D0D}" dt="2026-01-07T10:07:02.117" v="296"/>
          <ac:spMkLst>
            <pc:docMk/>
            <pc:sldMk cId="2322766520" sldId="272"/>
            <ac:spMk id="2" creationId="{C620B040-AA54-131F-CF9B-6ED6447E17BD}"/>
          </ac:spMkLst>
        </pc:spChg>
        <pc:graphicFrameChg chg="add mod">
          <ac:chgData name="Aymeric SAS" userId="0709990b-44f5-4bd5-9b81-bd7d889f29cd" providerId="ADAL" clId="{2091728C-5E7A-4D85-9700-94E9CE656D0D}" dt="2026-01-07T10:07:09.294" v="297"/>
          <ac:graphicFrameMkLst>
            <pc:docMk/>
            <pc:sldMk cId="2322766520" sldId="272"/>
            <ac:graphicFrameMk id="4" creationId="{83E4D3B5-4DF1-25D2-0F3B-214D4285458A}"/>
          </ac:graphicFrameMkLst>
        </pc:graphicFrameChg>
        <pc:picChg chg="add mod">
          <ac:chgData name="Aymeric SAS" userId="0709990b-44f5-4bd5-9b81-bd7d889f29cd" providerId="ADAL" clId="{2091728C-5E7A-4D85-9700-94E9CE656D0D}" dt="2026-01-07T10:07:27.072" v="302" actId="1076"/>
          <ac:picMkLst>
            <pc:docMk/>
            <pc:sldMk cId="2322766520" sldId="272"/>
            <ac:picMk id="5" creationId="{BD873B80-B4FE-E790-6912-FCD5A61DB0A6}"/>
          </ac:picMkLst>
        </pc:picChg>
      </pc:sldChg>
      <pc:sldChg chg="addSp delSp modSp add mod">
        <pc:chgData name="Aymeric SAS" userId="0709990b-44f5-4bd5-9b81-bd7d889f29cd" providerId="ADAL" clId="{2091728C-5E7A-4D85-9700-94E9CE656D0D}" dt="2026-01-07T10:10:04.409" v="330" actId="1076"/>
        <pc:sldMkLst>
          <pc:docMk/>
          <pc:sldMk cId="3486805598" sldId="273"/>
        </pc:sldMkLst>
        <pc:spChg chg="mod">
          <ac:chgData name="Aymeric SAS" userId="0709990b-44f5-4bd5-9b81-bd7d889f29cd" providerId="ADAL" clId="{2091728C-5E7A-4D85-9700-94E9CE656D0D}" dt="2026-01-07T10:08:32.233" v="307"/>
          <ac:spMkLst>
            <pc:docMk/>
            <pc:sldMk cId="3486805598" sldId="273"/>
            <ac:spMk id="3" creationId="{5C2989E1-AABC-0D12-63D7-AB2E529B2C76}"/>
          </ac:spMkLst>
        </pc:spChg>
        <pc:spChg chg="add mod">
          <ac:chgData name="Aymeric SAS" userId="0709990b-44f5-4bd5-9b81-bd7d889f29cd" providerId="ADAL" clId="{2091728C-5E7A-4D85-9700-94E9CE656D0D}" dt="2026-01-07T10:10:00.946" v="329" actId="1076"/>
          <ac:spMkLst>
            <pc:docMk/>
            <pc:sldMk cId="3486805598" sldId="273"/>
            <ac:spMk id="9" creationId="{20B4021D-F40C-4500-FE7A-A9C587F007F3}"/>
          </ac:spMkLst>
        </pc:spChg>
        <pc:spChg chg="add mod">
          <ac:chgData name="Aymeric SAS" userId="0709990b-44f5-4bd5-9b81-bd7d889f29cd" providerId="ADAL" clId="{2091728C-5E7A-4D85-9700-94E9CE656D0D}" dt="2026-01-07T10:10:04.409" v="330" actId="1076"/>
          <ac:spMkLst>
            <pc:docMk/>
            <pc:sldMk cId="3486805598" sldId="273"/>
            <ac:spMk id="10" creationId="{48C1A327-A729-7BAE-EB32-B1224B217D03}"/>
          </ac:spMkLst>
        </pc:spChg>
        <pc:spChg chg="add mod">
          <ac:chgData name="Aymeric SAS" userId="0709990b-44f5-4bd5-9b81-bd7d889f29cd" providerId="ADAL" clId="{2091728C-5E7A-4D85-9700-94E9CE656D0D}" dt="2026-01-07T10:09:50.492" v="327" actId="14100"/>
          <ac:spMkLst>
            <pc:docMk/>
            <pc:sldMk cId="3486805598" sldId="273"/>
            <ac:spMk id="11" creationId="{81A3D4DD-CEB4-F637-675E-FCC1B7302B17}"/>
          </ac:spMkLst>
        </pc:spChg>
        <pc:picChg chg="add mod">
          <ac:chgData name="Aymeric SAS" userId="0709990b-44f5-4bd5-9b81-bd7d889f29cd" providerId="ADAL" clId="{2091728C-5E7A-4D85-9700-94E9CE656D0D}" dt="2026-01-07T10:10:00.946" v="329" actId="1076"/>
          <ac:picMkLst>
            <pc:docMk/>
            <pc:sldMk cId="3486805598" sldId="273"/>
            <ac:picMk id="2" creationId="{3F2A98A4-298C-EB59-8AAB-0189AA5745C3}"/>
          </ac:picMkLst>
        </pc:picChg>
        <pc:picChg chg="del">
          <ac:chgData name="Aymeric SAS" userId="0709990b-44f5-4bd5-9b81-bd7d889f29cd" providerId="ADAL" clId="{2091728C-5E7A-4D85-9700-94E9CE656D0D}" dt="2026-01-07T10:08:36.320" v="309" actId="478"/>
          <ac:picMkLst>
            <pc:docMk/>
            <pc:sldMk cId="3486805598" sldId="273"/>
            <ac:picMk id="5" creationId="{B06451E9-87D3-EA59-DD64-3F75AC51DFF2}"/>
          </ac:picMkLst>
        </pc:picChg>
        <pc:picChg chg="del">
          <ac:chgData name="Aymeric SAS" userId="0709990b-44f5-4bd5-9b81-bd7d889f29cd" providerId="ADAL" clId="{2091728C-5E7A-4D85-9700-94E9CE656D0D}" dt="2026-01-07T10:08:34.007" v="308" actId="478"/>
          <ac:picMkLst>
            <pc:docMk/>
            <pc:sldMk cId="3486805598" sldId="273"/>
            <ac:picMk id="6" creationId="{0FEC89B9-1153-E508-EA43-FC73665DCA01}"/>
          </ac:picMkLst>
        </pc:picChg>
      </pc:sldChg>
      <pc:sldChg chg="addSp delSp modSp add mod">
        <pc:chgData name="Aymeric SAS" userId="0709990b-44f5-4bd5-9b81-bd7d889f29cd" providerId="ADAL" clId="{2091728C-5E7A-4D85-9700-94E9CE656D0D}" dt="2026-01-07T10:13:58.660" v="367" actId="1076"/>
        <pc:sldMkLst>
          <pc:docMk/>
          <pc:sldMk cId="2299759970" sldId="274"/>
        </pc:sldMkLst>
        <pc:spChg chg="mod">
          <ac:chgData name="Aymeric SAS" userId="0709990b-44f5-4bd5-9b81-bd7d889f29cd" providerId="ADAL" clId="{2091728C-5E7A-4D85-9700-94E9CE656D0D}" dt="2026-01-07T10:13:34.332" v="361" actId="1076"/>
          <ac:spMkLst>
            <pc:docMk/>
            <pc:sldMk cId="2299759970" sldId="274"/>
            <ac:spMk id="2" creationId="{FFF28615-1352-B436-1CEA-87A1D271BFC7}"/>
          </ac:spMkLst>
        </pc:spChg>
        <pc:spChg chg="mod">
          <ac:chgData name="Aymeric SAS" userId="0709990b-44f5-4bd5-9b81-bd7d889f29cd" providerId="ADAL" clId="{2091728C-5E7A-4D85-9700-94E9CE656D0D}" dt="2026-01-07T10:10:47.145" v="334"/>
          <ac:spMkLst>
            <pc:docMk/>
            <pc:sldMk cId="2299759970" sldId="274"/>
            <ac:spMk id="3" creationId="{41939E0A-3796-5218-1D39-5F24FC41D2A9}"/>
          </ac:spMkLst>
        </pc:spChg>
        <pc:spChg chg="del mod">
          <ac:chgData name="Aymeric SAS" userId="0709990b-44f5-4bd5-9b81-bd7d889f29cd" providerId="ADAL" clId="{2091728C-5E7A-4D85-9700-94E9CE656D0D}" dt="2026-01-07T10:12:15.847" v="346" actId="478"/>
          <ac:spMkLst>
            <pc:docMk/>
            <pc:sldMk cId="2299759970" sldId="274"/>
            <ac:spMk id="7" creationId="{80B582B7-6458-DC96-A4AD-2E5BC9D8DFB5}"/>
          </ac:spMkLst>
        </pc:spChg>
        <pc:spChg chg="mod">
          <ac:chgData name="Aymeric SAS" userId="0709990b-44f5-4bd5-9b81-bd7d889f29cd" providerId="ADAL" clId="{2091728C-5E7A-4D85-9700-94E9CE656D0D}" dt="2026-01-07T10:13:58.660" v="367" actId="1076"/>
          <ac:spMkLst>
            <pc:docMk/>
            <pc:sldMk cId="2299759970" sldId="274"/>
            <ac:spMk id="8" creationId="{BB06303D-B594-F2B4-1931-3FE0D56B7815}"/>
          </ac:spMkLst>
        </pc:spChg>
        <pc:spChg chg="mod">
          <ac:chgData name="Aymeric SAS" userId="0709990b-44f5-4bd5-9b81-bd7d889f29cd" providerId="ADAL" clId="{2091728C-5E7A-4D85-9700-94E9CE656D0D}" dt="2026-01-07T10:11:20.098" v="338"/>
          <ac:spMkLst>
            <pc:docMk/>
            <pc:sldMk cId="2299759970" sldId="274"/>
            <ac:spMk id="11" creationId="{64E16DA6-CB2E-B67B-2B8E-9D36C96F5F5B}"/>
          </ac:spMkLst>
        </pc:spChg>
        <pc:spChg chg="mod">
          <ac:chgData name="Aymeric SAS" userId="0709990b-44f5-4bd5-9b81-bd7d889f29cd" providerId="ADAL" clId="{2091728C-5E7A-4D85-9700-94E9CE656D0D}" dt="2026-01-07T10:11:20.098" v="338"/>
          <ac:spMkLst>
            <pc:docMk/>
            <pc:sldMk cId="2299759970" sldId="274"/>
            <ac:spMk id="12" creationId="{5C72C7A8-AFA3-F088-4C93-A042293549A4}"/>
          </ac:spMkLst>
        </pc:spChg>
        <pc:spChg chg="mod">
          <ac:chgData name="Aymeric SAS" userId="0709990b-44f5-4bd5-9b81-bd7d889f29cd" providerId="ADAL" clId="{2091728C-5E7A-4D85-9700-94E9CE656D0D}" dt="2026-01-07T10:13:42.501" v="364" actId="1076"/>
          <ac:spMkLst>
            <pc:docMk/>
            <pc:sldMk cId="2299759970" sldId="274"/>
            <ac:spMk id="13" creationId="{5D53FF90-E3BA-3890-5D8B-6C7598F501E2}"/>
          </ac:spMkLst>
        </pc:spChg>
        <pc:spChg chg="mod">
          <ac:chgData name="Aymeric SAS" userId="0709990b-44f5-4bd5-9b81-bd7d889f29cd" providerId="ADAL" clId="{2091728C-5E7A-4D85-9700-94E9CE656D0D}" dt="2026-01-07T10:13:53.426" v="366" actId="1076"/>
          <ac:spMkLst>
            <pc:docMk/>
            <pc:sldMk cId="2299759970" sldId="274"/>
            <ac:spMk id="14" creationId="{9F69E92E-1A21-7C14-6F8E-3443425B33F2}"/>
          </ac:spMkLst>
        </pc:spChg>
        <pc:spChg chg="mod">
          <ac:chgData name="Aymeric SAS" userId="0709990b-44f5-4bd5-9b81-bd7d889f29cd" providerId="ADAL" clId="{2091728C-5E7A-4D85-9700-94E9CE656D0D}" dt="2026-01-07T10:11:20.098" v="338"/>
          <ac:spMkLst>
            <pc:docMk/>
            <pc:sldMk cId="2299759970" sldId="274"/>
            <ac:spMk id="15" creationId="{B1EF89B9-9B73-4593-B50D-AB9E1AEB595C}"/>
          </ac:spMkLst>
        </pc:spChg>
        <pc:spChg chg="mod">
          <ac:chgData name="Aymeric SAS" userId="0709990b-44f5-4bd5-9b81-bd7d889f29cd" providerId="ADAL" clId="{2091728C-5E7A-4D85-9700-94E9CE656D0D}" dt="2026-01-07T10:13:13.225" v="357" actId="1076"/>
          <ac:spMkLst>
            <pc:docMk/>
            <pc:sldMk cId="2299759970" sldId="274"/>
            <ac:spMk id="16" creationId="{9983F7BE-8229-2936-ACF5-0941FE5F4C9C}"/>
          </ac:spMkLst>
        </pc:spChg>
        <pc:spChg chg="mod">
          <ac:chgData name="Aymeric SAS" userId="0709990b-44f5-4bd5-9b81-bd7d889f29cd" providerId="ADAL" clId="{2091728C-5E7A-4D85-9700-94E9CE656D0D}" dt="2026-01-07T10:13:13.225" v="357" actId="1076"/>
          <ac:spMkLst>
            <pc:docMk/>
            <pc:sldMk cId="2299759970" sldId="274"/>
            <ac:spMk id="17" creationId="{B86FE17B-C2B8-C4F0-4823-B5C3FC87E38D}"/>
          </ac:spMkLst>
        </pc:spChg>
        <pc:spChg chg="add mod">
          <ac:chgData name="Aymeric SAS" userId="0709990b-44f5-4bd5-9b81-bd7d889f29cd" providerId="ADAL" clId="{2091728C-5E7A-4D85-9700-94E9CE656D0D}" dt="2026-01-07T10:13:03.762" v="352" actId="1076"/>
          <ac:spMkLst>
            <pc:docMk/>
            <pc:sldMk cId="2299759970" sldId="274"/>
            <ac:spMk id="18" creationId="{60A1B8BE-3AD7-B5CD-2888-8AA9230DFB3F}"/>
          </ac:spMkLst>
        </pc:spChg>
        <pc:spChg chg="add mod">
          <ac:chgData name="Aymeric SAS" userId="0709990b-44f5-4bd5-9b81-bd7d889f29cd" providerId="ADAL" clId="{2091728C-5E7A-4D85-9700-94E9CE656D0D}" dt="2026-01-07T10:12:48.489" v="350" actId="571"/>
          <ac:spMkLst>
            <pc:docMk/>
            <pc:sldMk cId="2299759970" sldId="274"/>
            <ac:spMk id="20" creationId="{839597CE-08D7-92FA-1C3F-883BC09228E8}"/>
          </ac:spMkLst>
        </pc:spChg>
        <pc:spChg chg="add mod">
          <ac:chgData name="Aymeric SAS" userId="0709990b-44f5-4bd5-9b81-bd7d889f29cd" providerId="ADAL" clId="{2091728C-5E7A-4D85-9700-94E9CE656D0D}" dt="2026-01-07T10:13:38.617" v="363" actId="571"/>
          <ac:spMkLst>
            <pc:docMk/>
            <pc:sldMk cId="2299759970" sldId="274"/>
            <ac:spMk id="21" creationId="{CD645020-405E-4F83-5EF0-E3A6E98CB927}"/>
          </ac:spMkLst>
        </pc:spChg>
        <pc:grpChg chg="add mod">
          <ac:chgData name="Aymeric SAS" userId="0709990b-44f5-4bd5-9b81-bd7d889f29cd" providerId="ADAL" clId="{2091728C-5E7A-4D85-9700-94E9CE656D0D}" dt="2026-01-07T10:13:00.037" v="351" actId="1076"/>
          <ac:grpSpMkLst>
            <pc:docMk/>
            <pc:sldMk cId="2299759970" sldId="274"/>
            <ac:grpSpMk id="6" creationId="{BC7A7BA0-2F4C-912E-00F3-38A54F70EC61}"/>
          </ac:grpSpMkLst>
        </pc:grpChg>
        <pc:picChg chg="del">
          <ac:chgData name="Aymeric SAS" userId="0709990b-44f5-4bd5-9b81-bd7d889f29cd" providerId="ADAL" clId="{2091728C-5E7A-4D85-9700-94E9CE656D0D}" dt="2026-01-07T10:10:49.085" v="335" actId="478"/>
          <ac:picMkLst>
            <pc:docMk/>
            <pc:sldMk cId="2299759970" sldId="274"/>
            <ac:picMk id="5" creationId="{5B3FFE84-9987-EC4B-19CE-BF6F99CC069B}"/>
          </ac:picMkLst>
        </pc:picChg>
        <pc:picChg chg="add mod">
          <ac:chgData name="Aymeric SAS" userId="0709990b-44f5-4bd5-9b81-bd7d889f29cd" providerId="ADAL" clId="{2091728C-5E7A-4D85-9700-94E9CE656D0D}" dt="2026-01-07T10:13:00.037" v="351" actId="1076"/>
          <ac:picMkLst>
            <pc:docMk/>
            <pc:sldMk cId="2299759970" sldId="274"/>
            <ac:picMk id="19" creationId="{46C81FBF-97C2-1E46-8F41-58524237E071}"/>
          </ac:picMkLst>
        </pc:picChg>
      </pc:sldChg>
      <pc:sldChg chg="addSp delSp modSp add mod">
        <pc:chgData name="Aymeric SAS" userId="0709990b-44f5-4bd5-9b81-bd7d889f29cd" providerId="ADAL" clId="{2091728C-5E7A-4D85-9700-94E9CE656D0D}" dt="2026-01-07T10:15:06.378" v="376" actId="108"/>
        <pc:sldMkLst>
          <pc:docMk/>
          <pc:sldMk cId="1923429471" sldId="275"/>
        </pc:sldMkLst>
        <pc:spChg chg="mod">
          <ac:chgData name="Aymeric SAS" userId="0709990b-44f5-4bd5-9b81-bd7d889f29cd" providerId="ADAL" clId="{2091728C-5E7A-4D85-9700-94E9CE656D0D}" dt="2026-01-07T10:14:29.571" v="370"/>
          <ac:spMkLst>
            <pc:docMk/>
            <pc:sldMk cId="1923429471" sldId="275"/>
            <ac:spMk id="2" creationId="{10354E52-6D5A-2985-BC82-43ADC2A77527}"/>
          </ac:spMkLst>
        </pc:spChg>
        <pc:spChg chg="add mod">
          <ac:chgData name="Aymeric SAS" userId="0709990b-44f5-4bd5-9b81-bd7d889f29cd" providerId="ADAL" clId="{2091728C-5E7A-4D85-9700-94E9CE656D0D}" dt="2026-01-07T10:15:06.378" v="376" actId="108"/>
          <ac:spMkLst>
            <pc:docMk/>
            <pc:sldMk cId="1923429471" sldId="275"/>
            <ac:spMk id="3" creationId="{CAC39500-2FB0-3397-2D56-2FBB8FE45177}"/>
          </ac:spMkLst>
        </pc:spChg>
        <pc:spChg chg="del mod">
          <ac:chgData name="Aymeric SAS" userId="0709990b-44f5-4bd5-9b81-bd7d889f29cd" providerId="ADAL" clId="{2091728C-5E7A-4D85-9700-94E9CE656D0D}" dt="2026-01-07T10:14:52.644" v="375" actId="478"/>
          <ac:spMkLst>
            <pc:docMk/>
            <pc:sldMk cId="1923429471" sldId="275"/>
            <ac:spMk id="4" creationId="{7340DE2C-F969-59BF-0A0C-A34E69534DB2}"/>
          </ac:spMkLst>
        </pc:spChg>
        <pc:spChg chg="add mod">
          <ac:chgData name="Aymeric SAS" userId="0709990b-44f5-4bd5-9b81-bd7d889f29cd" providerId="ADAL" clId="{2091728C-5E7A-4D85-9700-94E9CE656D0D}" dt="2026-01-07T10:14:49.322" v="374"/>
          <ac:spMkLst>
            <pc:docMk/>
            <pc:sldMk cId="1923429471" sldId="275"/>
            <ac:spMk id="8" creationId="{AAE83F8D-BF83-13A2-3BA8-E2F6ECEBA7DD}"/>
          </ac:spMkLst>
        </pc:spChg>
        <pc:spChg chg="add mod">
          <ac:chgData name="Aymeric SAS" userId="0709990b-44f5-4bd5-9b81-bd7d889f29cd" providerId="ADAL" clId="{2091728C-5E7A-4D85-9700-94E9CE656D0D}" dt="2026-01-07T10:14:49.322" v="374"/>
          <ac:spMkLst>
            <pc:docMk/>
            <pc:sldMk cId="1923429471" sldId="275"/>
            <ac:spMk id="10" creationId="{01DA5101-984C-F553-0004-0BCE49A293E8}"/>
          </ac:spMkLst>
        </pc:spChg>
        <pc:spChg chg="add mod">
          <ac:chgData name="Aymeric SAS" userId="0709990b-44f5-4bd5-9b81-bd7d889f29cd" providerId="ADAL" clId="{2091728C-5E7A-4D85-9700-94E9CE656D0D}" dt="2026-01-07T10:14:49.322" v="374"/>
          <ac:spMkLst>
            <pc:docMk/>
            <pc:sldMk cId="1923429471" sldId="275"/>
            <ac:spMk id="11" creationId="{6A214EC6-DDFD-FADD-4005-337A5F93CA4B}"/>
          </ac:spMkLst>
        </pc:spChg>
        <pc:spChg chg="add mod">
          <ac:chgData name="Aymeric SAS" userId="0709990b-44f5-4bd5-9b81-bd7d889f29cd" providerId="ADAL" clId="{2091728C-5E7A-4D85-9700-94E9CE656D0D}" dt="2026-01-07T10:14:49.322" v="374"/>
          <ac:spMkLst>
            <pc:docMk/>
            <pc:sldMk cId="1923429471" sldId="275"/>
            <ac:spMk id="12" creationId="{E0F697BA-21E9-741E-C1F5-C7007BC922AB}"/>
          </ac:spMkLst>
        </pc:spChg>
        <pc:spChg chg="add mod">
          <ac:chgData name="Aymeric SAS" userId="0709990b-44f5-4bd5-9b81-bd7d889f29cd" providerId="ADAL" clId="{2091728C-5E7A-4D85-9700-94E9CE656D0D}" dt="2026-01-07T10:14:49.322" v="374"/>
          <ac:spMkLst>
            <pc:docMk/>
            <pc:sldMk cId="1923429471" sldId="275"/>
            <ac:spMk id="13" creationId="{0CD7C435-532A-66B8-D775-73CA06106C3B}"/>
          </ac:spMkLst>
        </pc:spChg>
        <pc:spChg chg="add mod">
          <ac:chgData name="Aymeric SAS" userId="0709990b-44f5-4bd5-9b81-bd7d889f29cd" providerId="ADAL" clId="{2091728C-5E7A-4D85-9700-94E9CE656D0D}" dt="2026-01-07T10:14:49.322" v="374"/>
          <ac:spMkLst>
            <pc:docMk/>
            <pc:sldMk cId="1923429471" sldId="275"/>
            <ac:spMk id="14" creationId="{6942D67A-6038-C5CD-8197-F6BE0C2B739E}"/>
          </ac:spMkLst>
        </pc:spChg>
        <pc:spChg chg="add mod">
          <ac:chgData name="Aymeric SAS" userId="0709990b-44f5-4bd5-9b81-bd7d889f29cd" providerId="ADAL" clId="{2091728C-5E7A-4D85-9700-94E9CE656D0D}" dt="2026-01-07T10:14:49.322" v="374"/>
          <ac:spMkLst>
            <pc:docMk/>
            <pc:sldMk cId="1923429471" sldId="275"/>
            <ac:spMk id="15" creationId="{AA226DA9-2F27-FAA9-F0A6-0E3A1428FD27}"/>
          </ac:spMkLst>
        </pc:spChg>
        <pc:spChg chg="add mod">
          <ac:chgData name="Aymeric SAS" userId="0709990b-44f5-4bd5-9b81-bd7d889f29cd" providerId="ADAL" clId="{2091728C-5E7A-4D85-9700-94E9CE656D0D}" dt="2026-01-07T10:14:49.322" v="374"/>
          <ac:spMkLst>
            <pc:docMk/>
            <pc:sldMk cId="1923429471" sldId="275"/>
            <ac:spMk id="16" creationId="{B5BB1B09-9CEF-FBB7-869C-C77A51105489}"/>
          </ac:spMkLst>
        </pc:spChg>
        <pc:spChg chg="add mod">
          <ac:chgData name="Aymeric SAS" userId="0709990b-44f5-4bd5-9b81-bd7d889f29cd" providerId="ADAL" clId="{2091728C-5E7A-4D85-9700-94E9CE656D0D}" dt="2026-01-07T10:14:49.322" v="374"/>
          <ac:spMkLst>
            <pc:docMk/>
            <pc:sldMk cId="1923429471" sldId="275"/>
            <ac:spMk id="21" creationId="{913D8A16-EA4F-9826-2F71-A3862E3854EF}"/>
          </ac:spMkLst>
        </pc:spChg>
        <pc:picChg chg="del">
          <ac:chgData name="Aymeric SAS" userId="0709990b-44f5-4bd5-9b81-bd7d889f29cd" providerId="ADAL" clId="{2091728C-5E7A-4D85-9700-94E9CE656D0D}" dt="2026-01-07T10:14:46.035" v="372" actId="478"/>
          <ac:picMkLst>
            <pc:docMk/>
            <pc:sldMk cId="1923429471" sldId="275"/>
            <ac:picMk id="5" creationId="{39517AB0-7AAF-BB65-7C5A-C8B2AB0C344F}"/>
          </ac:picMkLst>
        </pc:picChg>
      </pc:sldChg>
      <pc:sldChg chg="addSp delSp modSp add mod">
        <pc:chgData name="Aymeric SAS" userId="0709990b-44f5-4bd5-9b81-bd7d889f29cd" providerId="ADAL" clId="{2091728C-5E7A-4D85-9700-94E9CE656D0D}" dt="2026-01-07T10:17:09.066" v="406" actId="14100"/>
        <pc:sldMkLst>
          <pc:docMk/>
          <pc:sldMk cId="3855838314" sldId="276"/>
        </pc:sldMkLst>
        <pc:spChg chg="mod">
          <ac:chgData name="Aymeric SAS" userId="0709990b-44f5-4bd5-9b81-bd7d889f29cd" providerId="ADAL" clId="{2091728C-5E7A-4D85-9700-94E9CE656D0D}" dt="2026-01-07T10:15:56.313" v="382"/>
          <ac:spMkLst>
            <pc:docMk/>
            <pc:sldMk cId="3855838314" sldId="276"/>
            <ac:spMk id="2" creationId="{10354E52-6D5A-2985-BC82-43ADC2A77527}"/>
          </ac:spMkLst>
        </pc:spChg>
        <pc:spChg chg="mod">
          <ac:chgData name="Aymeric SAS" userId="0709990b-44f5-4bd5-9b81-bd7d889f29cd" providerId="ADAL" clId="{2091728C-5E7A-4D85-9700-94E9CE656D0D}" dt="2026-01-07T10:17:09.066" v="406" actId="14100"/>
          <ac:spMkLst>
            <pc:docMk/>
            <pc:sldMk cId="3855838314" sldId="276"/>
            <ac:spMk id="4" creationId="{7340DE2C-F969-59BF-0A0C-A34E69534DB2}"/>
          </ac:spMkLst>
        </pc:spChg>
        <pc:picChg chg="del">
          <ac:chgData name="Aymeric SAS" userId="0709990b-44f5-4bd5-9b81-bd7d889f29cd" providerId="ADAL" clId="{2091728C-5E7A-4D85-9700-94E9CE656D0D}" dt="2026-01-07T10:16:06.129" v="384" actId="478"/>
          <ac:picMkLst>
            <pc:docMk/>
            <pc:sldMk cId="3855838314" sldId="276"/>
            <ac:picMk id="5" creationId="{39517AB0-7AAF-BB65-7C5A-C8B2AB0C344F}"/>
          </ac:picMkLst>
        </pc:picChg>
        <pc:picChg chg="add del mod">
          <ac:chgData name="Aymeric SAS" userId="0709990b-44f5-4bd5-9b81-bd7d889f29cd" providerId="ADAL" clId="{2091728C-5E7A-4D85-9700-94E9CE656D0D}" dt="2026-01-07T10:16:57.906" v="401" actId="478"/>
          <ac:picMkLst>
            <pc:docMk/>
            <pc:sldMk cId="3855838314" sldId="276"/>
            <ac:picMk id="1026" creationId="{BF460883-E5D4-7C40-C2B1-244C8AE17FBE}"/>
          </ac:picMkLst>
        </pc:picChg>
        <pc:picChg chg="add mod">
          <ac:chgData name="Aymeric SAS" userId="0709990b-44f5-4bd5-9b81-bd7d889f29cd" providerId="ADAL" clId="{2091728C-5E7A-4D85-9700-94E9CE656D0D}" dt="2026-01-07T10:17:04.263" v="405" actId="1076"/>
          <ac:picMkLst>
            <pc:docMk/>
            <pc:sldMk cId="3855838314" sldId="276"/>
            <ac:picMk id="1028" creationId="{889EE0D9-11FB-AB74-6A8E-C69A68E0887D}"/>
          </ac:picMkLst>
        </pc:picChg>
      </pc:sldChg>
      <pc:sldChg chg="addSp modSp add mod">
        <pc:chgData name="Aymeric SAS" userId="0709990b-44f5-4bd5-9b81-bd7d889f29cd" providerId="ADAL" clId="{2091728C-5E7A-4D85-9700-94E9CE656D0D}" dt="2026-01-07T10:19:07.261" v="431" actId="12"/>
        <pc:sldMkLst>
          <pc:docMk/>
          <pc:sldMk cId="2482385169" sldId="277"/>
        </pc:sldMkLst>
        <pc:spChg chg="mod">
          <ac:chgData name="Aymeric SAS" userId="0709990b-44f5-4bd5-9b81-bd7d889f29cd" providerId="ADAL" clId="{2091728C-5E7A-4D85-9700-94E9CE656D0D}" dt="2026-01-07T10:17:49.093" v="417"/>
          <ac:spMkLst>
            <pc:docMk/>
            <pc:sldMk cId="2482385169" sldId="277"/>
            <ac:spMk id="3" creationId="{4438F06C-5A5A-3675-276B-347E372FAC47}"/>
          </ac:spMkLst>
        </pc:spChg>
        <pc:spChg chg="add mod">
          <ac:chgData name="Aymeric SAS" userId="0709990b-44f5-4bd5-9b81-bd7d889f29cd" providerId="ADAL" clId="{2091728C-5E7A-4D85-9700-94E9CE656D0D}" dt="2026-01-07T10:19:07.261" v="431" actId="12"/>
          <ac:spMkLst>
            <pc:docMk/>
            <pc:sldMk cId="2482385169" sldId="277"/>
            <ac:spMk id="8" creationId="{71165FED-6417-0C84-D98E-E906D57CC5BB}"/>
          </ac:spMkLst>
        </pc:spChg>
        <pc:spChg chg="add mod">
          <ac:chgData name="Aymeric SAS" userId="0709990b-44f5-4bd5-9b81-bd7d889f29cd" providerId="ADAL" clId="{2091728C-5E7A-4D85-9700-94E9CE656D0D}" dt="2026-01-07T10:18:52.383" v="429" actId="113"/>
          <ac:spMkLst>
            <pc:docMk/>
            <pc:sldMk cId="2482385169" sldId="277"/>
            <ac:spMk id="9" creationId="{C7AE9E99-0B67-DF92-3698-480C2E0761F4}"/>
          </ac:spMkLst>
        </pc:spChg>
        <pc:spChg chg="add mod">
          <ac:chgData name="Aymeric SAS" userId="0709990b-44f5-4bd5-9b81-bd7d889f29cd" providerId="ADAL" clId="{2091728C-5E7A-4D85-9700-94E9CE656D0D}" dt="2026-01-07T10:18:20.746" v="422"/>
          <ac:spMkLst>
            <pc:docMk/>
            <pc:sldMk cId="2482385169" sldId="277"/>
            <ac:spMk id="10" creationId="{F9B5DC2E-ADDE-FEA4-5A9A-5983FF0BC8C8}"/>
          </ac:spMkLst>
        </pc:spChg>
        <pc:graphicFrameChg chg="mod">
          <ac:chgData name="Aymeric SAS" userId="0709990b-44f5-4bd5-9b81-bd7d889f29cd" providerId="ADAL" clId="{2091728C-5E7A-4D85-9700-94E9CE656D0D}" dt="2026-01-07T10:17:41.436" v="416"/>
          <ac:graphicFrameMkLst>
            <pc:docMk/>
            <pc:sldMk cId="2482385169" sldId="277"/>
            <ac:graphicFrameMk id="5" creationId="{7F849087-6EE3-D000-ECC4-B9B0FDCD60E1}"/>
          </ac:graphicFrameMkLst>
        </pc:graphicFrameChg>
        <pc:picChg chg="add mod">
          <ac:chgData name="Aymeric SAS" userId="0709990b-44f5-4bd5-9b81-bd7d889f29cd" providerId="ADAL" clId="{2091728C-5E7A-4D85-9700-94E9CE656D0D}" dt="2026-01-07T10:18:20.746" v="422"/>
          <ac:picMkLst>
            <pc:docMk/>
            <pc:sldMk cId="2482385169" sldId="277"/>
            <ac:picMk id="11" creationId="{D3028D6D-32B9-4A9B-324A-7FE4E6D34352}"/>
          </ac:picMkLst>
        </pc:picChg>
      </pc:sldChg>
      <pc:sldChg chg="add">
        <pc:chgData name="Aymeric SAS" userId="0709990b-44f5-4bd5-9b81-bd7d889f29cd" providerId="ADAL" clId="{2091728C-5E7A-4D85-9700-94E9CE656D0D}" dt="2026-01-07T10:19:26.978" v="434"/>
        <pc:sldMkLst>
          <pc:docMk/>
          <pc:sldMk cId="1367887095" sldId="278"/>
        </pc:sldMkLst>
      </pc:sldChg>
      <pc:sldMasterChg chg="del delSldLayout">
        <pc:chgData name="Aymeric SAS" userId="0709990b-44f5-4bd5-9b81-bd7d889f29cd" providerId="ADAL" clId="{2091728C-5E7A-4D85-9700-94E9CE656D0D}" dt="2026-01-07T10:19:51.817" v="437" actId="47"/>
        <pc:sldMasterMkLst>
          <pc:docMk/>
          <pc:sldMasterMk cId="1572138797" sldId="2147483648"/>
        </pc:sldMasterMkLst>
        <pc:sldLayoutChg chg="del">
          <pc:chgData name="Aymeric SAS" userId="0709990b-44f5-4bd5-9b81-bd7d889f29cd" providerId="ADAL" clId="{2091728C-5E7A-4D85-9700-94E9CE656D0D}" dt="2026-01-07T10:19:51.817" v="437" actId="47"/>
          <pc:sldLayoutMkLst>
            <pc:docMk/>
            <pc:sldMasterMk cId="1572138797" sldId="2147483648"/>
            <pc:sldLayoutMk cId="1991480181" sldId="2147483649"/>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3528902021" sldId="2147483650"/>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1087107365" sldId="2147483651"/>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807413970" sldId="2147483652"/>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3899582254" sldId="2147483653"/>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3221211444" sldId="2147483654"/>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3550913337" sldId="2147483655"/>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2289523168" sldId="2147483656"/>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2528837049" sldId="2147483657"/>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2550790887" sldId="2147483658"/>
          </pc:sldLayoutMkLst>
        </pc:sldLayoutChg>
        <pc:sldLayoutChg chg="del">
          <pc:chgData name="Aymeric SAS" userId="0709990b-44f5-4bd5-9b81-bd7d889f29cd" providerId="ADAL" clId="{2091728C-5E7A-4D85-9700-94E9CE656D0D}" dt="2026-01-07T10:19:51.817" v="437" actId="47"/>
          <pc:sldLayoutMkLst>
            <pc:docMk/>
            <pc:sldMasterMk cId="1572138797" sldId="2147483648"/>
            <pc:sldLayoutMk cId="975517629" sldId="2147483659"/>
          </pc:sldLayoutMkLst>
        </pc:sldLayoutChg>
      </pc:sldMasterChg>
      <pc:sldMasterChg chg="add addSldLayout">
        <pc:chgData name="Aymeric SAS" userId="0709990b-44f5-4bd5-9b81-bd7d889f29cd" providerId="ADAL" clId="{2091728C-5E7A-4D85-9700-94E9CE656D0D}" dt="2026-01-07T10:06:53.323" v="293" actId="27028"/>
        <pc:sldMasterMkLst>
          <pc:docMk/>
          <pc:sldMasterMk cId="3747095735" sldId="2147483851"/>
        </pc:sldMasterMkLst>
        <pc:sldLayoutChg chg="add">
          <pc:chgData name="Aymeric SAS" userId="0709990b-44f5-4bd5-9b81-bd7d889f29cd" providerId="ADAL" clId="{2091728C-5E7A-4D85-9700-94E9CE656D0D}" dt="2026-01-07T10:06:53.323" v="293" actId="27028"/>
          <pc:sldLayoutMkLst>
            <pc:docMk/>
            <pc:sldMasterMk cId="3747095735" sldId="2147483851"/>
            <pc:sldLayoutMk cId="495252514" sldId="2147483855"/>
          </pc:sldLayoutMkLst>
        </pc:sldLayoutChg>
      </pc:sldMasterChg>
      <pc:sldMasterChg chg="add addSldLayout">
        <pc:chgData name="Aymeric SAS" userId="0709990b-44f5-4bd5-9b81-bd7d889f29cd" providerId="ADAL" clId="{2091728C-5E7A-4D85-9700-94E9CE656D0D}" dt="2026-01-07T09:57:26.229" v="0" actId="27028"/>
        <pc:sldMasterMkLst>
          <pc:docMk/>
          <pc:sldMasterMk cId="3691805841" sldId="2147483859"/>
        </pc:sldMasterMkLst>
        <pc:sldLayoutChg chg="add">
          <pc:chgData name="Aymeric SAS" userId="0709990b-44f5-4bd5-9b81-bd7d889f29cd" providerId="ADAL" clId="{2091728C-5E7A-4D85-9700-94E9CE656D0D}" dt="2026-01-07T09:57:26.229" v="0" actId="27028"/>
          <pc:sldLayoutMkLst>
            <pc:docMk/>
            <pc:sldMasterMk cId="3691805841" sldId="2147483859"/>
            <pc:sldLayoutMk cId="1766174038" sldId="2147483863"/>
          </pc:sldLayoutMkLst>
        </pc:sldLayoutChg>
      </pc:sldMasterChg>
      <pc:sldMasterChg chg="add addSldLayout">
        <pc:chgData name="Aymeric SAS" userId="0709990b-44f5-4bd5-9b81-bd7d889f29cd" providerId="ADAL" clId="{2091728C-5E7A-4D85-9700-94E9CE656D0D}" dt="2026-01-07T10:17:31.543" v="408" actId="27028"/>
        <pc:sldMasterMkLst>
          <pc:docMk/>
          <pc:sldMasterMk cId="1940406553" sldId="2147483879"/>
        </pc:sldMasterMkLst>
        <pc:sldLayoutChg chg="add">
          <pc:chgData name="Aymeric SAS" userId="0709990b-44f5-4bd5-9b81-bd7d889f29cd" providerId="ADAL" clId="{2091728C-5E7A-4D85-9700-94E9CE656D0D}" dt="2026-01-07T10:00:46.159" v="98" actId="27028"/>
          <pc:sldLayoutMkLst>
            <pc:docMk/>
            <pc:sldMasterMk cId="1940406553" sldId="2147483879"/>
            <pc:sldLayoutMk cId="237636493" sldId="2147483880"/>
          </pc:sldLayoutMkLst>
        </pc:sldLayoutChg>
        <pc:sldLayoutChg chg="add">
          <pc:chgData name="Aymeric SAS" userId="0709990b-44f5-4bd5-9b81-bd7d889f29cd" providerId="ADAL" clId="{2091728C-5E7A-4D85-9700-94E9CE656D0D}" dt="2026-01-07T10:02:34.105" v="119" actId="27028"/>
          <pc:sldLayoutMkLst>
            <pc:docMk/>
            <pc:sldMasterMk cId="1940406553" sldId="2147483879"/>
            <pc:sldLayoutMk cId="894271695" sldId="2147483881"/>
          </pc:sldLayoutMkLst>
        </pc:sldLayoutChg>
        <pc:sldLayoutChg chg="add">
          <pc:chgData name="Aymeric SAS" userId="0709990b-44f5-4bd5-9b81-bd7d889f29cd" providerId="ADAL" clId="{2091728C-5E7A-4D85-9700-94E9CE656D0D}" dt="2026-01-07T10:08:23.085" v="304" actId="27028"/>
          <pc:sldLayoutMkLst>
            <pc:docMk/>
            <pc:sldMasterMk cId="1940406553" sldId="2147483879"/>
            <pc:sldLayoutMk cId="2480768608" sldId="2147483883"/>
          </pc:sldLayoutMkLst>
        </pc:sldLayoutChg>
        <pc:sldLayoutChg chg="add">
          <pc:chgData name="Aymeric SAS" userId="0709990b-44f5-4bd5-9b81-bd7d889f29cd" providerId="ADAL" clId="{2091728C-5E7A-4D85-9700-94E9CE656D0D}" dt="2026-01-07T10:10:34.677" v="332" actId="27028"/>
          <pc:sldLayoutMkLst>
            <pc:docMk/>
            <pc:sldMasterMk cId="1940406553" sldId="2147483879"/>
            <pc:sldLayoutMk cId="3948092098" sldId="2147483884"/>
          </pc:sldLayoutMkLst>
        </pc:sldLayoutChg>
        <pc:sldLayoutChg chg="add">
          <pc:chgData name="Aymeric SAS" userId="0709990b-44f5-4bd5-9b81-bd7d889f29cd" providerId="ADAL" clId="{2091728C-5E7A-4D85-9700-94E9CE656D0D}" dt="2026-01-07T10:17:31.543" v="408" actId="27028"/>
          <pc:sldLayoutMkLst>
            <pc:docMk/>
            <pc:sldMasterMk cId="1940406553" sldId="2147483879"/>
            <pc:sldLayoutMk cId="119475839" sldId="2147483885"/>
          </pc:sldLayoutMkLst>
        </pc:sldLayoutChg>
      </pc:sldMasterChg>
      <pc:sldMasterChg chg="add addSldLayout">
        <pc:chgData name="Aymeric SAS" userId="0709990b-44f5-4bd5-9b81-bd7d889f29cd" providerId="ADAL" clId="{2091728C-5E7A-4D85-9700-94E9CE656D0D}" dt="2026-01-07T09:58:41.889" v="70" actId="27028"/>
        <pc:sldMasterMkLst>
          <pc:docMk/>
          <pc:sldMasterMk cId="2375520054" sldId="2147483902"/>
        </pc:sldMasterMkLst>
        <pc:sldLayoutChg chg="add">
          <pc:chgData name="Aymeric SAS" userId="0709990b-44f5-4bd5-9b81-bd7d889f29cd" providerId="ADAL" clId="{2091728C-5E7A-4D85-9700-94E9CE656D0D}" dt="2026-01-07T09:58:41.889" v="70" actId="27028"/>
          <pc:sldLayoutMkLst>
            <pc:docMk/>
            <pc:sldMasterMk cId="2375520054" sldId="2147483902"/>
            <pc:sldLayoutMk cId="1740428982" sldId="2147483912"/>
          </pc:sldLayoutMkLst>
        </pc:sldLayoutChg>
      </pc:sldMasterChg>
      <pc:sldMasterChg chg="add addSldLayout">
        <pc:chgData name="Aymeric SAS" userId="0709990b-44f5-4bd5-9b81-bd7d889f29cd" providerId="ADAL" clId="{2091728C-5E7A-4D85-9700-94E9CE656D0D}" dt="2026-01-07T10:19:26.970" v="433" actId="27028"/>
        <pc:sldMasterMkLst>
          <pc:docMk/>
          <pc:sldMasterMk cId="11795512" sldId="2147483913"/>
        </pc:sldMasterMkLst>
        <pc:sldLayoutChg chg="add">
          <pc:chgData name="Aymeric SAS" userId="0709990b-44f5-4bd5-9b81-bd7d889f29cd" providerId="ADAL" clId="{2091728C-5E7A-4D85-9700-94E9CE656D0D}" dt="2026-01-07T10:19:26.970" v="433" actId="27028"/>
          <pc:sldLayoutMkLst>
            <pc:docMk/>
            <pc:sldMasterMk cId="11795512" sldId="2147483913"/>
            <pc:sldLayoutMk cId="40820038" sldId="2147483914"/>
          </pc:sldLayoutMkLst>
        </pc:sldLayoutChg>
      </pc:sldMasterChg>
      <pc:sldMasterChg chg="add addSldLayout">
        <pc:chgData name="Aymeric SAS" userId="0709990b-44f5-4bd5-9b81-bd7d889f29cd" providerId="ADAL" clId="{2091728C-5E7A-4D85-9700-94E9CE656D0D}" dt="2026-01-07T10:02:21.510" v="117" actId="27028"/>
        <pc:sldMasterMkLst>
          <pc:docMk/>
          <pc:sldMasterMk cId="1131587919" sldId="2147483917"/>
        </pc:sldMasterMkLst>
        <pc:sldLayoutChg chg="add">
          <pc:chgData name="Aymeric SAS" userId="0709990b-44f5-4bd5-9b81-bd7d889f29cd" providerId="ADAL" clId="{2091728C-5E7A-4D85-9700-94E9CE656D0D}" dt="2026-01-07T10:02:21.510" v="117" actId="27028"/>
          <pc:sldLayoutMkLst>
            <pc:docMk/>
            <pc:sldMasterMk cId="1131587919" sldId="2147483917"/>
            <pc:sldLayoutMk cId="1697709035" sldId="214748392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28310-3ED0-49BE-90A9-A9CCBD7E656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669C82C6-B893-4254-A676-E73FE9597C61}" type="pres">
      <dgm:prSet presAssocID="{C9D28310-3ED0-49BE-90A9-A9CCBD7E6568}" presName="diagram" presStyleCnt="0">
        <dgm:presLayoutVars>
          <dgm:dir/>
          <dgm:resizeHandles val="exact"/>
        </dgm:presLayoutVars>
      </dgm:prSet>
      <dgm:spPr/>
    </dgm:pt>
  </dgm:ptLst>
  <dgm:cxnLst>
    <dgm:cxn modelId="{0D4976E0-BE26-46D2-84B0-9889207A219D}" type="presOf" srcId="{C9D28310-3ED0-49BE-90A9-A9CCBD7E6568}" destId="{669C82C6-B893-4254-A676-E73FE9597C61}" srcOrd="0"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1EF291-FD54-4691-8495-890A47366113}" type="datetimeFigureOut">
              <a:rPr lang="fr-FR" smtClean="0"/>
              <a:t>07/01/2026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C8B11D-3D7E-44F0-902D-E298E48A0CD3}" type="slidenum">
              <a:rPr lang="fr-FR" smtClean="0"/>
              <a:t>‹N°›</a:t>
            </a:fld>
            <a:endParaRPr lang="fr-FR"/>
          </a:p>
        </p:txBody>
      </p:sp>
    </p:spTree>
    <p:extLst>
      <p:ext uri="{BB962C8B-B14F-4D97-AF65-F5344CB8AC3E}">
        <p14:creationId xmlns:p14="http://schemas.microsoft.com/office/powerpoint/2010/main" val="454823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Bonjour à tous,</a:t>
            </a:r>
            <a:br>
              <a:rPr lang="fr-FR" dirty="0"/>
            </a:br>
            <a:r>
              <a:rPr lang="fr-FR" dirty="0"/>
              <a:t>Bienvenue dans cette première séance de notre module sur la gestion et la compréhension de l’énergie. Avant d’entrer dans les aspects pratiques (facture, optimisation, autoconsommation), il est essentiel de comprendre le fonctionnement global du marché de l’énergie : Qui sont les acteurs ? Comment l’électricité et le gaz circulent-ils ? Pourquoi les prix évoluent-ils ? Quel est le rôle de l’État ?</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1</a:t>
            </a:fld>
            <a:endParaRPr lang="fr-FR"/>
          </a:p>
        </p:txBody>
      </p:sp>
    </p:spTree>
    <p:extLst>
      <p:ext uri="{BB962C8B-B14F-4D97-AF65-F5344CB8AC3E}">
        <p14:creationId xmlns:p14="http://schemas.microsoft.com/office/powerpoint/2010/main" val="162238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2</a:t>
            </a:fld>
            <a:endParaRPr lang="fr-FR"/>
          </a:p>
        </p:txBody>
      </p:sp>
    </p:spTree>
    <p:extLst>
      <p:ext uri="{BB962C8B-B14F-4D97-AF65-F5344CB8AC3E}">
        <p14:creationId xmlns:p14="http://schemas.microsoft.com/office/powerpoint/2010/main" val="3301318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marché de l’énergie est un système d’échanges où s’achètent et se vendent différentes formes d’énergie (électricité, gaz, pétrole, chaleur, etc.). Mais contrairement à d’autres biens, l’énergie n’est pas stockable facilement (surtout l’électricité) : la production doit toujours égaler la consommation en temps réel.</a:t>
            </a:r>
            <a:br>
              <a:rPr lang="fr-FR" dirty="0"/>
            </a:br>
            <a:br>
              <a:rPr lang="fr-FR" dirty="0"/>
            </a:br>
            <a:r>
              <a:rPr lang="fr-FR" dirty="0"/>
              <a:t>Le marché de l’énergie combine :</a:t>
            </a:r>
            <a:br>
              <a:rPr lang="fr-FR" dirty="0"/>
            </a:br>
            <a:r>
              <a:rPr lang="fr-FR" dirty="0"/>
              <a:t>• des flux physiques (production → transport → consommation)</a:t>
            </a:r>
            <a:br>
              <a:rPr lang="fr-FR" dirty="0"/>
            </a:br>
            <a:r>
              <a:rPr lang="fr-FR" dirty="0"/>
              <a:t>• des flux économiques (prix, contrats, taxes, régulation)</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3</a:t>
            </a:fld>
            <a:endParaRPr lang="fr-FR"/>
          </a:p>
        </p:txBody>
      </p:sp>
    </p:spTree>
    <p:extLst>
      <p:ext uri="{BB962C8B-B14F-4D97-AF65-F5344CB8AC3E}">
        <p14:creationId xmlns:p14="http://schemas.microsoft.com/office/powerpoint/2010/main" val="4261626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dirty="0"/>
              <a:t>Jusqu’aux années 1990, le marché de l’énergie était un monopole public (EDF, GDF).</a:t>
            </a:r>
            <a:br>
              <a:rPr lang="fr-FR" dirty="0"/>
            </a:br>
            <a:r>
              <a:rPr lang="fr-FR" dirty="0"/>
              <a:t>Sous l’impulsion de l’Union européenne, le marché s’est ouvert à la concurrence :</a:t>
            </a:r>
          </a:p>
          <a:p>
            <a:pPr lvl="0"/>
            <a:endParaRPr lang="fr-FR" dirty="0"/>
          </a:p>
          <a:p>
            <a:pPr lvl="0"/>
            <a:r>
              <a:rPr lang="fr-FR" dirty="0"/>
              <a:t>1996-2000 : ouverture progressive du marché européen de l’électricité et du gaz.</a:t>
            </a:r>
          </a:p>
          <a:p>
            <a:pPr lvl="0"/>
            <a:endParaRPr lang="fr-FR" dirty="0"/>
          </a:p>
          <a:p>
            <a:pPr lvl="0"/>
            <a:r>
              <a:rPr lang="fr-FR" dirty="0"/>
              <a:t>2007 : ouverture totale à la concurrence pour tous les consommateurs.</a:t>
            </a:r>
          </a:p>
          <a:p>
            <a:pPr lvl="0"/>
            <a:endParaRPr lang="fr-FR" dirty="0"/>
          </a:p>
          <a:p>
            <a:pPr lvl="0"/>
            <a:r>
              <a:rPr lang="fr-FR" dirty="0"/>
              <a:t>Aujourd’hui, chacun peut choisir son fournisseur (EDF, Engie, </a:t>
            </a:r>
            <a:r>
              <a:rPr lang="fr-FR" dirty="0" err="1"/>
              <a:t>TotalEnergies</a:t>
            </a:r>
            <a:r>
              <a:rPr lang="fr-FR" dirty="0"/>
              <a:t>, etc.), tandis que le réseau reste géré par des entités publiques (RTE, Enedis, GRDF).</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4</a:t>
            </a:fld>
            <a:endParaRPr lang="fr-FR"/>
          </a:p>
        </p:txBody>
      </p:sp>
    </p:spTree>
    <p:extLst>
      <p:ext uri="{BB962C8B-B14F-4D97-AF65-F5344CB8AC3E}">
        <p14:creationId xmlns:p14="http://schemas.microsoft.com/office/powerpoint/2010/main" val="2817246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dirty="0"/>
              <a:t>L’énergie est un bien d’intérêt général : elle touche à la sécurité nationale, au pouvoir d’achat et à la transition écologique.</a:t>
            </a:r>
            <a:br>
              <a:rPr lang="fr-FR" dirty="0"/>
            </a:br>
            <a:br>
              <a:rPr lang="fr-FR" dirty="0"/>
            </a:br>
            <a:r>
              <a:rPr lang="fr-FR" dirty="0"/>
              <a:t>Les pouvoirs publics interviennent pour :</a:t>
            </a:r>
          </a:p>
          <a:p>
            <a:pPr lvl="0"/>
            <a:r>
              <a:rPr lang="fr-FR" dirty="0"/>
              <a:t>Fixer les règles tarifaires (tarifs réglementés, TURPE)</a:t>
            </a:r>
          </a:p>
          <a:p>
            <a:pPr lvl="0"/>
            <a:r>
              <a:rPr lang="fr-FR" dirty="0"/>
              <a:t>Protéger les consommateurs (bouclier tarifaire)</a:t>
            </a:r>
          </a:p>
          <a:p>
            <a:pPr lvl="0"/>
            <a:r>
              <a:rPr lang="fr-FR" dirty="0"/>
              <a:t>Encourager les énergies renouvelables (aides, subventions)</a:t>
            </a:r>
          </a:p>
          <a:p>
            <a:pPr lvl="0"/>
            <a:r>
              <a:rPr lang="fr-FR" dirty="0"/>
              <a:t>Garantir l’équilibre offre/demande</a:t>
            </a:r>
          </a:p>
          <a:p>
            <a:pPr lvl="0"/>
            <a:r>
              <a:rPr lang="fr-FR" dirty="0"/>
              <a:t> </a:t>
            </a:r>
          </a:p>
          <a:p>
            <a:pPr lvl="0"/>
            <a:r>
              <a:rPr lang="fr-FR" dirty="0"/>
              <a:t>La CRE (Commission de Régulation de l’Énergie) est l’autorité indépendante qui fixe les tarifs d’utilisation des réseaux, surveille la concurrence et encadre les marchés.</a:t>
            </a:r>
          </a:p>
          <a:p>
            <a:pPr lvl="0"/>
            <a:endParaRPr lang="fr-FR" dirty="0"/>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6</a:t>
            </a:fld>
            <a:endParaRPr lang="fr-FR"/>
          </a:p>
        </p:txBody>
      </p:sp>
    </p:spTree>
    <p:extLst>
      <p:ext uri="{BB962C8B-B14F-4D97-AF65-F5344CB8AC3E}">
        <p14:creationId xmlns:p14="http://schemas.microsoft.com/office/powerpoint/2010/main" val="2799644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Flux physiques : Producteur → Transporteur → Distributeur → Consommateur</a:t>
            </a:r>
            <a:br>
              <a:rPr lang="fr-FR" dirty="0"/>
            </a:br>
            <a:r>
              <a:rPr lang="fr-FR" dirty="0"/>
              <a:t>Flux financiers : Consommateur → Fournisseur → Gestionnaires de réseau / État (taxes)</a:t>
            </a:r>
            <a:br>
              <a:rPr lang="fr-FR" dirty="0"/>
            </a:br>
            <a:r>
              <a:rPr lang="fr-FR" dirty="0"/>
              <a:t>Régulation : CRE et État contrôlent et équilibrent le système.</a:t>
            </a:r>
            <a:br>
              <a:rPr lang="fr-FR" dirty="0"/>
            </a:br>
            <a:br>
              <a:rPr lang="fr-FR" dirty="0"/>
            </a:br>
            <a:r>
              <a:rPr lang="fr-FR" dirty="0"/>
              <a:t>Ce schéma sera utile pour comprendre la facture d’énergie (séance suivante), qui reprend ces trois dimensions : fourniture, acheminement, fiscalité.</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7</a:t>
            </a:fld>
            <a:endParaRPr lang="fr-FR"/>
          </a:p>
        </p:txBody>
      </p:sp>
    </p:spTree>
    <p:extLst>
      <p:ext uri="{BB962C8B-B14F-4D97-AF65-F5344CB8AC3E}">
        <p14:creationId xmlns:p14="http://schemas.microsoft.com/office/powerpoint/2010/main" val="1706438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Transition énergétique : atteindre la neutralité carbone d’ici 2050</a:t>
            </a:r>
            <a:br>
              <a:rPr lang="fr-FR" dirty="0"/>
            </a:br>
            <a:r>
              <a:rPr lang="fr-FR" dirty="0"/>
              <a:t>• Sécurité d’approvisionnement : éviter les pénuries (ex : hiver 2022)</a:t>
            </a:r>
            <a:br>
              <a:rPr lang="fr-FR" dirty="0"/>
            </a:br>
            <a:r>
              <a:rPr lang="fr-FR" dirty="0"/>
              <a:t>• Prix volatils : dépendance au gaz et au marché européen</a:t>
            </a:r>
            <a:br>
              <a:rPr lang="fr-FR" dirty="0"/>
            </a:br>
            <a:r>
              <a:rPr lang="fr-FR" dirty="0"/>
              <a:t>• Souveraineté énergétique : relocaliser la production</a:t>
            </a:r>
            <a:br>
              <a:rPr lang="fr-FR" dirty="0"/>
            </a:br>
            <a:r>
              <a:rPr lang="fr-FR" dirty="0"/>
              <a:t>• Innovation et flexibilité : stockage, réseaux intelligents, autoconsommation</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8</a:t>
            </a:fld>
            <a:endParaRPr lang="fr-FR"/>
          </a:p>
        </p:txBody>
      </p:sp>
    </p:spTree>
    <p:extLst>
      <p:ext uri="{BB962C8B-B14F-4D97-AF65-F5344CB8AC3E}">
        <p14:creationId xmlns:p14="http://schemas.microsoft.com/office/powerpoint/2010/main" val="81331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dirty="0"/>
              <a:t>L’électricité circule à l’échelle de l’Union européenne. Les pays sont interconnectés pour échanger leurs surplus et éviter les déséquilibres.</a:t>
            </a:r>
            <a:br>
              <a:rPr lang="fr-FR" dirty="0"/>
            </a:br>
            <a:r>
              <a:rPr lang="fr-FR" dirty="0"/>
              <a:t>Le marché européen de l’électricité repose sur :</a:t>
            </a:r>
          </a:p>
          <a:p>
            <a:pPr lvl="0"/>
            <a:r>
              <a:rPr lang="fr-FR" dirty="0"/>
              <a:t>Des marchés de gros (EPEX Spot, Nord Pool)</a:t>
            </a:r>
          </a:p>
          <a:p>
            <a:pPr lvl="0"/>
            <a:r>
              <a:rPr lang="fr-FR" dirty="0"/>
              <a:t>Des mécanismes d’équilibrage coordonnés entre États membres.</a:t>
            </a:r>
          </a:p>
          <a:p>
            <a:pPr lvl="0"/>
            <a:r>
              <a:rPr lang="fr-FR" dirty="0"/>
              <a:t>La France reste un acteur majeur, mais dépend des échanges transfrontaliers.</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9</a:t>
            </a:fld>
            <a:endParaRPr lang="fr-FR"/>
          </a:p>
        </p:txBody>
      </p:sp>
    </p:spTree>
    <p:extLst>
      <p:ext uri="{BB962C8B-B14F-4D97-AF65-F5344CB8AC3E}">
        <p14:creationId xmlns:p14="http://schemas.microsoft.com/office/powerpoint/2010/main" val="3997055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a:r>
              <a:rPr lang="fr-FR" dirty="0"/>
              <a:t>Le marché de l’énergie est un système complexe mais cohérent :</a:t>
            </a:r>
            <a:br>
              <a:rPr lang="fr-FR" dirty="0"/>
            </a:br>
            <a:endParaRPr lang="fr-FR" dirty="0"/>
          </a:p>
          <a:p>
            <a:pPr lvl="0"/>
            <a:r>
              <a:rPr lang="fr-FR" dirty="0"/>
              <a:t>Il combine acteurs publics et privés.</a:t>
            </a:r>
          </a:p>
          <a:p>
            <a:pPr lvl="0"/>
            <a:r>
              <a:rPr lang="fr-FR" dirty="0"/>
              <a:t>Il repose sur des réseaux communs mais des fournisseurs multiples.</a:t>
            </a:r>
          </a:p>
          <a:p>
            <a:pPr lvl="0"/>
            <a:r>
              <a:rPr lang="fr-FR" dirty="0"/>
              <a:t>Il est influencé par les politiques, les prix internationaux et la transition écologique.</a:t>
            </a:r>
            <a:br>
              <a:rPr lang="fr-FR" dirty="0"/>
            </a:br>
            <a:endParaRPr lang="fr-FR" dirty="0"/>
          </a:p>
          <a:p>
            <a:pPr lvl="0"/>
            <a:r>
              <a:rPr lang="fr-FR" dirty="0"/>
              <a:t>Prochaine étape : comprendre comment ce marché se traduit concrètement pour l’usager à travers la facture d’électricité.</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ACC8B11D-3D7E-44F0-902D-E298E48A0CD3}" type="slidenum">
              <a:rPr lang="fr-FR" smtClean="0"/>
              <a:t>10</a:t>
            </a:fld>
            <a:endParaRPr lang="fr-FR"/>
          </a:p>
        </p:txBody>
      </p:sp>
    </p:spTree>
    <p:extLst>
      <p:ext uri="{BB962C8B-B14F-4D97-AF65-F5344CB8AC3E}">
        <p14:creationId xmlns:p14="http://schemas.microsoft.com/office/powerpoint/2010/main" val="3402091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5.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6.xml"/><Relationship Id="rId4"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Externe">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72EFF6D-0E37-C170-6E8F-791B2E35C154}"/>
              </a:ext>
            </a:extLst>
          </p:cNvPr>
          <p:cNvSpPr>
            <a:spLocks noGrp="1"/>
          </p:cNvSpPr>
          <p:nvPr>
            <p:ph type="pic" sz="quarter" idx="13"/>
          </p:nvPr>
        </p:nvSpPr>
        <p:spPr>
          <a:xfrm>
            <a:off x="4064400" y="0"/>
            <a:ext cx="8127600" cy="6858000"/>
          </a:xfrm>
          <a:solidFill>
            <a:schemeClr val="bg1">
              <a:lumMod val="95000"/>
            </a:schemeClr>
          </a:solidFill>
        </p:spPr>
        <p:txBody>
          <a:bodyPr bIns="1440000" anchor="ctr"/>
          <a:lstStyle>
            <a:lvl1pPr marL="0" indent="0" algn="ctr">
              <a:buNone/>
              <a:defRPr>
                <a:solidFill>
                  <a:schemeClr val="bg1">
                    <a:lumMod val="75000"/>
                  </a:schemeClr>
                </a:solidFill>
              </a:defRPr>
            </a:lvl1pPr>
          </a:lstStyle>
          <a:p>
            <a:endParaRPr lang="en-US" dirty="0"/>
          </a:p>
        </p:txBody>
      </p:sp>
      <p:sp>
        <p:nvSpPr>
          <p:cNvPr id="4" name="Rectangle 3">
            <a:extLst>
              <a:ext uri="{FF2B5EF4-FFF2-40B4-BE49-F238E27FC236}">
                <a16:creationId xmlns:a16="http://schemas.microsoft.com/office/drawing/2014/main" id="{8B42D1EC-00BA-090F-4890-8A8449B213D6}"/>
              </a:ext>
            </a:extLst>
          </p:cNvPr>
          <p:cNvSpPr/>
          <p:nvPr userDrawn="1"/>
        </p:nvSpPr>
        <p:spPr>
          <a:xfrm>
            <a:off x="1" y="0"/>
            <a:ext cx="4064399"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pic>
        <p:nvPicPr>
          <p:cNvPr id="5" name="Graphique 4">
            <a:extLst>
              <a:ext uri="{FF2B5EF4-FFF2-40B4-BE49-F238E27FC236}">
                <a16:creationId xmlns:a16="http://schemas.microsoft.com/office/drawing/2014/main" id="{2309DC96-23C2-8373-05B0-2E90FE5E41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912524" y="134362"/>
            <a:ext cx="779751" cy="1497617"/>
          </a:xfrm>
          <a:prstGeom prst="rect">
            <a:avLst/>
          </a:prstGeom>
        </p:spPr>
      </p:pic>
      <p:sp>
        <p:nvSpPr>
          <p:cNvPr id="10" name="Title 19">
            <a:extLst>
              <a:ext uri="{FF2B5EF4-FFF2-40B4-BE49-F238E27FC236}">
                <a16:creationId xmlns:a16="http://schemas.microsoft.com/office/drawing/2014/main" id="{4E4A55D5-8C7F-E0F2-769A-1198F3D1281B}"/>
              </a:ext>
            </a:extLst>
          </p:cNvPr>
          <p:cNvSpPr>
            <a:spLocks noGrp="1"/>
          </p:cNvSpPr>
          <p:nvPr>
            <p:ph type="title" hasCustomPrompt="1"/>
          </p:nvPr>
        </p:nvSpPr>
        <p:spPr>
          <a:xfrm>
            <a:off x="553591" y="4080396"/>
            <a:ext cx="6757367" cy="2777604"/>
          </a:xfrm>
        </p:spPr>
        <p:txBody>
          <a:bodyPr anchor="t" anchorCtr="0"/>
          <a:lstStyle>
            <a:lvl1pPr algn="l">
              <a:defRPr sz="4800" b="1" i="0" cap="none">
                <a:solidFill>
                  <a:schemeClr val="bg1"/>
                </a:solidFill>
                <a:highlight>
                  <a:srgbClr val="FF4610"/>
                </a:highlight>
                <a:latin typeface="Calibri" panose="020F0502020204030204" pitchFamily="34" charset="0"/>
                <a:cs typeface="Calibri" panose="020F0502020204030204" pitchFamily="34" charset="0"/>
              </a:defRPr>
            </a:lvl1pPr>
          </a:lstStyle>
          <a:p>
            <a:r>
              <a:rPr lang="fr-FR" dirty="0"/>
              <a:t>Click to </a:t>
            </a:r>
            <a:r>
              <a:rPr lang="fr-FR" dirty="0" err="1"/>
              <a:t>edit</a:t>
            </a:r>
            <a:r>
              <a:rPr lang="fr-FR" dirty="0"/>
              <a:t> master </a:t>
            </a:r>
            <a:r>
              <a:rPr lang="fr-FR" dirty="0" err="1"/>
              <a:t>title</a:t>
            </a:r>
            <a:r>
              <a:rPr lang="fr-FR" dirty="0"/>
              <a:t> style</a:t>
            </a:r>
          </a:p>
        </p:txBody>
      </p:sp>
      <p:sp>
        <p:nvSpPr>
          <p:cNvPr id="19" name="Text Placeholder 17">
            <a:extLst>
              <a:ext uri="{FF2B5EF4-FFF2-40B4-BE49-F238E27FC236}">
                <a16:creationId xmlns:a16="http://schemas.microsoft.com/office/drawing/2014/main" id="{71875FF3-DB1B-B1AF-EBE8-DC7553A27795}"/>
              </a:ext>
            </a:extLst>
          </p:cNvPr>
          <p:cNvSpPr>
            <a:spLocks noGrp="1"/>
          </p:cNvSpPr>
          <p:nvPr>
            <p:ph type="body" sz="quarter" idx="11"/>
          </p:nvPr>
        </p:nvSpPr>
        <p:spPr>
          <a:xfrm>
            <a:off x="553591" y="3185157"/>
            <a:ext cx="6757367" cy="779751"/>
          </a:xfrm>
        </p:spPr>
        <p:txBody>
          <a:bodyPr anchor="ctr" anchorCtr="0"/>
          <a:lstStyle>
            <a:lvl1pPr marL="0" indent="0" algn="l">
              <a:lnSpc>
                <a:spcPct val="130000"/>
              </a:lnSpc>
              <a:spcAft>
                <a:spcPts val="0"/>
              </a:spcAft>
              <a:buNone/>
              <a:defRPr sz="2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endParaRPr lang="fr-FR" dirty="0"/>
          </a:p>
        </p:txBody>
      </p:sp>
    </p:spTree>
    <p:extLst>
      <p:ext uri="{BB962C8B-B14F-4D97-AF65-F5344CB8AC3E}">
        <p14:creationId xmlns:p14="http://schemas.microsoft.com/office/powerpoint/2010/main" val="17661740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0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8D8AE9-08A4-EFF2-4F54-C071391D5743}"/>
              </a:ext>
            </a:extLst>
          </p:cNvPr>
          <p:cNvSpPr>
            <a:spLocks noGrp="1"/>
          </p:cNvSpPr>
          <p:nvPr>
            <p:ph type="title" hasCustomPrompt="1"/>
          </p:nvPr>
        </p:nvSpPr>
        <p:spPr>
          <a:xfrm>
            <a:off x="2889281" y="2848291"/>
            <a:ext cx="8319493" cy="1161417"/>
          </a:xfrm>
        </p:spPr>
        <p:txBody>
          <a:bodyPr anchor="t" anchorCtr="0"/>
          <a:lstStyle>
            <a:lvl1pPr marL="514350" indent="-514350" algn="ctr">
              <a:buFont typeface="+mj-lt"/>
              <a:buAutoNum type="arabicPeriod"/>
              <a:defRPr sz="3000">
                <a:solidFill>
                  <a:schemeClr val="tx1"/>
                </a:solidFill>
              </a:defRPr>
            </a:lvl1pPr>
          </a:lstStyle>
          <a:p>
            <a:r>
              <a:rPr lang="fr-FR" dirty="0"/>
              <a:t>Click to </a:t>
            </a:r>
            <a:r>
              <a:rPr lang="fr-FR" dirty="0" err="1"/>
              <a:t>edit</a:t>
            </a:r>
            <a:r>
              <a:rPr lang="fr-FR" dirty="0"/>
              <a:t> Master </a:t>
            </a:r>
            <a:r>
              <a:rPr lang="fr-FR" dirty="0" err="1"/>
              <a:t>title</a:t>
            </a:r>
            <a:r>
              <a:rPr lang="fr-FR" dirty="0"/>
              <a:t> style</a:t>
            </a:r>
          </a:p>
        </p:txBody>
      </p:sp>
    </p:spTree>
    <p:extLst>
      <p:ext uri="{BB962C8B-B14F-4D97-AF65-F5344CB8AC3E}">
        <p14:creationId xmlns:p14="http://schemas.microsoft.com/office/powerpoint/2010/main" val="1740428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itre-06 EXTERNE">
    <p:bg>
      <p:bgPr>
        <a:solidFill>
          <a:schemeClr val="tx2"/>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D6C9007-5C83-E2C9-8FE1-6E103CC95279}"/>
              </a:ext>
            </a:extLst>
          </p:cNvPr>
          <p:cNvSpPr>
            <a:spLocks noGrp="1"/>
          </p:cNvSpPr>
          <p:nvPr>
            <p:ph type="pic" sz="quarter" idx="10"/>
          </p:nvPr>
        </p:nvSpPr>
        <p:spPr>
          <a:xfrm>
            <a:off x="0" y="0"/>
            <a:ext cx="10162372" cy="6864350"/>
          </a:xfrm>
          <a:solidFill>
            <a:schemeClr val="bg1">
              <a:lumMod val="95000"/>
            </a:schemeClr>
          </a:solidFill>
        </p:spPr>
        <p:txBody>
          <a:bodyPr bIns="1440000" anchor="ctr"/>
          <a:lstStyle>
            <a:lvl1pPr marL="0" indent="0" algn="ctr">
              <a:buNone/>
              <a:defRPr>
                <a:solidFill>
                  <a:schemeClr val="bg1">
                    <a:lumMod val="75000"/>
                  </a:schemeClr>
                </a:solidFill>
              </a:defRPr>
            </a:lvl1pPr>
          </a:lstStyle>
          <a:p>
            <a:endParaRPr lang="en-US" dirty="0"/>
          </a:p>
        </p:txBody>
      </p:sp>
      <p:sp>
        <p:nvSpPr>
          <p:cNvPr id="3" name="Rectangle 2">
            <a:extLst>
              <a:ext uri="{FF2B5EF4-FFF2-40B4-BE49-F238E27FC236}">
                <a16:creationId xmlns:a16="http://schemas.microsoft.com/office/drawing/2014/main" id="{EC81A022-1955-8E84-264F-DA8C787616D7}"/>
              </a:ext>
            </a:extLst>
          </p:cNvPr>
          <p:cNvSpPr/>
          <p:nvPr userDrawn="1"/>
        </p:nvSpPr>
        <p:spPr>
          <a:xfrm>
            <a:off x="10162372" y="0"/>
            <a:ext cx="2029627"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sp>
        <p:nvSpPr>
          <p:cNvPr id="5" name="Title 19">
            <a:extLst>
              <a:ext uri="{FF2B5EF4-FFF2-40B4-BE49-F238E27FC236}">
                <a16:creationId xmlns:a16="http://schemas.microsoft.com/office/drawing/2014/main" id="{2DD95BA4-8D6D-20C0-7EC3-6BDE16C2E4BD}"/>
              </a:ext>
            </a:extLst>
          </p:cNvPr>
          <p:cNvSpPr>
            <a:spLocks noGrp="1"/>
          </p:cNvSpPr>
          <p:nvPr>
            <p:ph type="title" hasCustomPrompt="1"/>
          </p:nvPr>
        </p:nvSpPr>
        <p:spPr>
          <a:xfrm>
            <a:off x="3014900" y="872515"/>
            <a:ext cx="8459343" cy="2875237"/>
          </a:xfrm>
          <a:noFill/>
          <a:ln>
            <a:noFill/>
          </a:ln>
        </p:spPr>
        <p:txBody>
          <a:bodyPr anchor="t" anchorCtr="0"/>
          <a:lstStyle>
            <a:lvl1pPr algn="r">
              <a:lnSpc>
                <a:spcPts val="7000"/>
              </a:lnSpc>
              <a:defRPr sz="5000">
                <a:solidFill>
                  <a:schemeClr val="bg1"/>
                </a:solidFill>
                <a:highlight>
                  <a:srgbClr val="FF4610"/>
                </a:highlight>
              </a:defRPr>
            </a:lvl1pPr>
          </a:lstStyle>
          <a:p>
            <a:r>
              <a:rPr lang="fr-FR" dirty="0"/>
              <a:t>Click to </a:t>
            </a:r>
            <a:r>
              <a:rPr lang="fr-FR" dirty="0" err="1"/>
              <a:t>edit</a:t>
            </a:r>
            <a:r>
              <a:rPr lang="fr-FR" dirty="0"/>
              <a:t> Master </a:t>
            </a:r>
            <a:r>
              <a:rPr lang="fr-FR" dirty="0" err="1"/>
              <a:t>title</a:t>
            </a:r>
            <a:r>
              <a:rPr lang="fr-FR" dirty="0"/>
              <a:t> style </a:t>
            </a:r>
          </a:p>
        </p:txBody>
      </p:sp>
      <p:pic>
        <p:nvPicPr>
          <p:cNvPr id="8" name="Graphique 7">
            <a:extLst>
              <a:ext uri="{FF2B5EF4-FFF2-40B4-BE49-F238E27FC236}">
                <a16:creationId xmlns:a16="http://schemas.microsoft.com/office/drawing/2014/main" id="{C9FA3845-7785-CB90-DF4D-2EC400774B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59435" y="3871912"/>
            <a:ext cx="2814808" cy="3406395"/>
          </a:xfrm>
          <a:prstGeom prst="rect">
            <a:avLst/>
          </a:prstGeom>
        </p:spPr>
      </p:pic>
      <p:sp>
        <p:nvSpPr>
          <p:cNvPr id="6" name="Espace réservé du numéro de diapositive 3">
            <a:extLst>
              <a:ext uri="{FF2B5EF4-FFF2-40B4-BE49-F238E27FC236}">
                <a16:creationId xmlns:a16="http://schemas.microsoft.com/office/drawing/2014/main" id="{7B11E268-1DBC-ED3D-74AC-C7ED3DB6870C}"/>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bg1"/>
                </a:solidFill>
              </a:defRPr>
            </a:lvl1pPr>
          </a:lstStyle>
          <a:p>
            <a:fld id="{8F246C36-D02A-478A-A2B1-30A38C36882C}" type="slidenum">
              <a:rPr lang="fr-FR" smtClean="0"/>
              <a:pPr/>
              <a:t>‹N°›</a:t>
            </a:fld>
            <a:endParaRPr lang="fr-FR"/>
          </a:p>
        </p:txBody>
      </p:sp>
    </p:spTree>
    <p:extLst>
      <p:ext uri="{BB962C8B-B14F-4D97-AF65-F5344CB8AC3E}">
        <p14:creationId xmlns:p14="http://schemas.microsoft.com/office/powerpoint/2010/main" val="119475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itre-05 EXTERN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8668EC5C-13C9-6D19-B4B0-570B52BFD92F}"/>
              </a:ext>
            </a:extLst>
          </p:cNvPr>
          <p:cNvSpPr>
            <a:spLocks noGrp="1"/>
          </p:cNvSpPr>
          <p:nvPr>
            <p:ph type="pic" sz="quarter" idx="10"/>
          </p:nvPr>
        </p:nvSpPr>
        <p:spPr>
          <a:xfrm>
            <a:off x="0" y="0"/>
            <a:ext cx="10162372" cy="6864350"/>
          </a:xfrm>
          <a:solidFill>
            <a:schemeClr val="bg1">
              <a:lumMod val="95000"/>
            </a:schemeClr>
          </a:solidFill>
        </p:spPr>
        <p:txBody>
          <a:bodyPr bIns="1440000" anchor="ctr"/>
          <a:lstStyle>
            <a:lvl1pPr marL="0" indent="0" algn="ctr">
              <a:buNone/>
              <a:defRPr>
                <a:solidFill>
                  <a:schemeClr val="bg1">
                    <a:lumMod val="75000"/>
                  </a:schemeClr>
                </a:solidFill>
              </a:defRPr>
            </a:lvl1pPr>
          </a:lstStyle>
          <a:p>
            <a:endParaRPr lang="en-US" dirty="0"/>
          </a:p>
        </p:txBody>
      </p:sp>
      <p:sp>
        <p:nvSpPr>
          <p:cNvPr id="4" name="Rectangle 3">
            <a:extLst>
              <a:ext uri="{FF2B5EF4-FFF2-40B4-BE49-F238E27FC236}">
                <a16:creationId xmlns:a16="http://schemas.microsoft.com/office/drawing/2014/main" id="{EA4E90D4-9D79-EB05-FA2D-6AB45C2F7BC3}"/>
              </a:ext>
            </a:extLst>
          </p:cNvPr>
          <p:cNvSpPr/>
          <p:nvPr userDrawn="1"/>
        </p:nvSpPr>
        <p:spPr>
          <a:xfrm>
            <a:off x="10162372" y="0"/>
            <a:ext cx="2029627"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sp>
        <p:nvSpPr>
          <p:cNvPr id="5" name="Title 19">
            <a:extLst>
              <a:ext uri="{FF2B5EF4-FFF2-40B4-BE49-F238E27FC236}">
                <a16:creationId xmlns:a16="http://schemas.microsoft.com/office/drawing/2014/main" id="{CF84035D-A86A-F191-7DBD-129CD2D55AC3}"/>
              </a:ext>
            </a:extLst>
          </p:cNvPr>
          <p:cNvSpPr>
            <a:spLocks noGrp="1"/>
          </p:cNvSpPr>
          <p:nvPr>
            <p:ph type="title" hasCustomPrompt="1"/>
          </p:nvPr>
        </p:nvSpPr>
        <p:spPr>
          <a:xfrm>
            <a:off x="3014900" y="872515"/>
            <a:ext cx="8459343" cy="2875237"/>
          </a:xfrm>
          <a:noFill/>
          <a:ln>
            <a:noFill/>
          </a:ln>
        </p:spPr>
        <p:txBody>
          <a:bodyPr anchor="t" anchorCtr="0"/>
          <a:lstStyle>
            <a:lvl1pPr algn="r">
              <a:lnSpc>
                <a:spcPts val="7000"/>
              </a:lnSpc>
              <a:defRPr sz="5000">
                <a:solidFill>
                  <a:schemeClr val="tx1"/>
                </a:solidFill>
                <a:highlight>
                  <a:srgbClr val="FFFFFF"/>
                </a:highlight>
              </a:defRPr>
            </a:lvl1pPr>
          </a:lstStyle>
          <a:p>
            <a:r>
              <a:rPr lang="fr-FR" dirty="0"/>
              <a:t>Click to </a:t>
            </a:r>
            <a:r>
              <a:rPr lang="fr-FR" dirty="0" err="1"/>
              <a:t>edit</a:t>
            </a:r>
            <a:r>
              <a:rPr lang="fr-FR" dirty="0"/>
              <a:t> Master </a:t>
            </a:r>
            <a:r>
              <a:rPr lang="fr-FR" dirty="0" err="1"/>
              <a:t>title</a:t>
            </a:r>
            <a:r>
              <a:rPr lang="fr-FR" dirty="0"/>
              <a:t> style </a:t>
            </a:r>
          </a:p>
        </p:txBody>
      </p:sp>
      <p:pic>
        <p:nvPicPr>
          <p:cNvPr id="8" name="Graphique 7">
            <a:extLst>
              <a:ext uri="{FF2B5EF4-FFF2-40B4-BE49-F238E27FC236}">
                <a16:creationId xmlns:a16="http://schemas.microsoft.com/office/drawing/2014/main" id="{F28C0647-6D89-89EF-2BF8-167F40D4A1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401123" y="3871912"/>
            <a:ext cx="2986559" cy="3406395"/>
          </a:xfrm>
          <a:prstGeom prst="rect">
            <a:avLst/>
          </a:prstGeom>
        </p:spPr>
      </p:pic>
      <p:sp>
        <p:nvSpPr>
          <p:cNvPr id="6" name="Espace réservé du numéro de diapositive 3">
            <a:extLst>
              <a:ext uri="{FF2B5EF4-FFF2-40B4-BE49-F238E27FC236}">
                <a16:creationId xmlns:a16="http://schemas.microsoft.com/office/drawing/2014/main" id="{50B6F0A0-64FF-C6D0-EC81-F1D699C0471E}"/>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bg1"/>
                </a:solidFill>
              </a:defRPr>
            </a:lvl1pPr>
          </a:lstStyle>
          <a:p>
            <a:fld id="{8F246C36-D02A-478A-A2B1-30A38C36882C}" type="slidenum">
              <a:rPr lang="fr-FR" smtClean="0"/>
              <a:pPr/>
              <a:t>‹N°›</a:t>
            </a:fld>
            <a:endParaRPr lang="fr-FR" dirty="0"/>
          </a:p>
        </p:txBody>
      </p:sp>
    </p:spTree>
    <p:extLst>
      <p:ext uri="{BB962C8B-B14F-4D97-AF65-F5344CB8AC3E}">
        <p14:creationId xmlns:p14="http://schemas.microsoft.com/office/powerpoint/2010/main" val="39480920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itre-04 EXTERN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84D3005C-7EE6-36A2-687A-ADED0A2E3248}"/>
              </a:ext>
            </a:extLst>
          </p:cNvPr>
          <p:cNvSpPr>
            <a:spLocks noGrp="1"/>
          </p:cNvSpPr>
          <p:nvPr>
            <p:ph type="pic" sz="quarter" idx="10"/>
          </p:nvPr>
        </p:nvSpPr>
        <p:spPr>
          <a:xfrm>
            <a:off x="0" y="0"/>
            <a:ext cx="10162372" cy="6864350"/>
          </a:xfrm>
          <a:solidFill>
            <a:schemeClr val="bg1">
              <a:lumMod val="95000"/>
            </a:schemeClr>
          </a:solidFill>
        </p:spPr>
        <p:txBody>
          <a:bodyPr bIns="1440000" anchor="ctr"/>
          <a:lstStyle>
            <a:lvl1pPr marL="0" indent="0" algn="ctr">
              <a:buNone/>
              <a:defRPr>
                <a:solidFill>
                  <a:schemeClr val="bg1">
                    <a:lumMod val="75000"/>
                  </a:schemeClr>
                </a:solidFill>
              </a:defRPr>
            </a:lvl1pPr>
          </a:lstStyle>
          <a:p>
            <a:endParaRPr lang="en-US" dirty="0"/>
          </a:p>
        </p:txBody>
      </p:sp>
      <p:sp>
        <p:nvSpPr>
          <p:cNvPr id="4" name="Rectangle 3">
            <a:extLst>
              <a:ext uri="{FF2B5EF4-FFF2-40B4-BE49-F238E27FC236}">
                <a16:creationId xmlns:a16="http://schemas.microsoft.com/office/drawing/2014/main" id="{734E25A5-F183-0A8C-FC3E-BA204BD1BEDB}"/>
              </a:ext>
            </a:extLst>
          </p:cNvPr>
          <p:cNvSpPr/>
          <p:nvPr userDrawn="1"/>
        </p:nvSpPr>
        <p:spPr>
          <a:xfrm>
            <a:off x="10162372" y="0"/>
            <a:ext cx="2029627"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sp>
        <p:nvSpPr>
          <p:cNvPr id="5" name="Title 19">
            <a:extLst>
              <a:ext uri="{FF2B5EF4-FFF2-40B4-BE49-F238E27FC236}">
                <a16:creationId xmlns:a16="http://schemas.microsoft.com/office/drawing/2014/main" id="{FE9C5DAC-9AD4-475B-FE95-4F79829E1E4F}"/>
              </a:ext>
            </a:extLst>
          </p:cNvPr>
          <p:cNvSpPr>
            <a:spLocks noGrp="1"/>
          </p:cNvSpPr>
          <p:nvPr>
            <p:ph type="title" hasCustomPrompt="1"/>
          </p:nvPr>
        </p:nvSpPr>
        <p:spPr>
          <a:xfrm>
            <a:off x="3014900" y="872515"/>
            <a:ext cx="8459343" cy="2875237"/>
          </a:xfrm>
          <a:noFill/>
          <a:ln>
            <a:noFill/>
          </a:ln>
        </p:spPr>
        <p:txBody>
          <a:bodyPr anchor="t" anchorCtr="0"/>
          <a:lstStyle>
            <a:lvl1pPr algn="r">
              <a:lnSpc>
                <a:spcPts val="7000"/>
              </a:lnSpc>
              <a:defRPr sz="5000">
                <a:solidFill>
                  <a:schemeClr val="bg1"/>
                </a:solidFill>
                <a:highlight>
                  <a:srgbClr val="2FAD66"/>
                </a:highlight>
              </a:defRPr>
            </a:lvl1pPr>
          </a:lstStyle>
          <a:p>
            <a:r>
              <a:rPr lang="fr-FR" dirty="0"/>
              <a:t>Click to </a:t>
            </a:r>
            <a:r>
              <a:rPr lang="fr-FR" dirty="0" err="1"/>
              <a:t>edit</a:t>
            </a:r>
            <a:r>
              <a:rPr lang="fr-FR" dirty="0"/>
              <a:t> Master </a:t>
            </a:r>
            <a:r>
              <a:rPr lang="fr-FR" dirty="0" err="1"/>
              <a:t>title</a:t>
            </a:r>
            <a:r>
              <a:rPr lang="fr-FR" dirty="0"/>
              <a:t> style </a:t>
            </a:r>
          </a:p>
        </p:txBody>
      </p:sp>
      <p:pic>
        <p:nvPicPr>
          <p:cNvPr id="8" name="Graphique 7">
            <a:extLst>
              <a:ext uri="{FF2B5EF4-FFF2-40B4-BE49-F238E27FC236}">
                <a16:creationId xmlns:a16="http://schemas.microsoft.com/office/drawing/2014/main" id="{E180EFFC-540D-BDAC-A87B-F3F6455061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91206" y="3871912"/>
            <a:ext cx="3406395" cy="3406395"/>
          </a:xfrm>
          <a:prstGeom prst="rect">
            <a:avLst/>
          </a:prstGeom>
        </p:spPr>
      </p:pic>
      <p:sp>
        <p:nvSpPr>
          <p:cNvPr id="6" name="Espace réservé du numéro de diapositive 3">
            <a:extLst>
              <a:ext uri="{FF2B5EF4-FFF2-40B4-BE49-F238E27FC236}">
                <a16:creationId xmlns:a16="http://schemas.microsoft.com/office/drawing/2014/main" id="{C3F3CE54-053C-2147-EB09-1BB612E039E2}"/>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bg1"/>
                </a:solidFill>
              </a:defRPr>
            </a:lvl1pPr>
          </a:lstStyle>
          <a:p>
            <a:fld id="{8F246C36-D02A-478A-A2B1-30A38C36882C}" type="slidenum">
              <a:rPr lang="fr-FR" smtClean="0"/>
              <a:pPr/>
              <a:t>‹N°›</a:t>
            </a:fld>
            <a:endParaRPr lang="fr-FR"/>
          </a:p>
        </p:txBody>
      </p:sp>
    </p:spTree>
    <p:extLst>
      <p:ext uri="{BB962C8B-B14F-4D97-AF65-F5344CB8AC3E}">
        <p14:creationId xmlns:p14="http://schemas.microsoft.com/office/powerpoint/2010/main" val="2480768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itre-02 EXTERN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47B327B4-F876-873C-33A0-B48047ECB945}"/>
              </a:ext>
            </a:extLst>
          </p:cNvPr>
          <p:cNvSpPr>
            <a:spLocks noGrp="1"/>
          </p:cNvSpPr>
          <p:nvPr>
            <p:ph type="pic" sz="quarter" idx="10"/>
          </p:nvPr>
        </p:nvSpPr>
        <p:spPr>
          <a:xfrm>
            <a:off x="0" y="0"/>
            <a:ext cx="10162372" cy="6864350"/>
          </a:xfrm>
          <a:solidFill>
            <a:schemeClr val="bg1">
              <a:lumMod val="95000"/>
            </a:schemeClr>
          </a:solidFill>
        </p:spPr>
        <p:txBody>
          <a:bodyPr bIns="1440000" anchor="ctr"/>
          <a:lstStyle>
            <a:lvl1pPr marL="0" indent="0" algn="ctr">
              <a:buNone/>
              <a:defRPr>
                <a:solidFill>
                  <a:schemeClr val="bg1">
                    <a:lumMod val="75000"/>
                  </a:schemeClr>
                </a:solidFill>
              </a:defRPr>
            </a:lvl1pPr>
          </a:lstStyle>
          <a:p>
            <a:endParaRPr lang="en-US" dirty="0"/>
          </a:p>
        </p:txBody>
      </p:sp>
      <p:sp>
        <p:nvSpPr>
          <p:cNvPr id="4" name="Rectangle 3">
            <a:extLst>
              <a:ext uri="{FF2B5EF4-FFF2-40B4-BE49-F238E27FC236}">
                <a16:creationId xmlns:a16="http://schemas.microsoft.com/office/drawing/2014/main" id="{A0B613B6-7965-C6B5-12FB-5B1B8B2AF5A0}"/>
              </a:ext>
            </a:extLst>
          </p:cNvPr>
          <p:cNvSpPr/>
          <p:nvPr userDrawn="1"/>
        </p:nvSpPr>
        <p:spPr>
          <a:xfrm>
            <a:off x="10162372" y="0"/>
            <a:ext cx="2029627"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sp>
        <p:nvSpPr>
          <p:cNvPr id="5" name="Title 19">
            <a:extLst>
              <a:ext uri="{FF2B5EF4-FFF2-40B4-BE49-F238E27FC236}">
                <a16:creationId xmlns:a16="http://schemas.microsoft.com/office/drawing/2014/main" id="{D3A28C71-9174-F7A3-8AFE-9E1672CBAD13}"/>
              </a:ext>
            </a:extLst>
          </p:cNvPr>
          <p:cNvSpPr>
            <a:spLocks noGrp="1"/>
          </p:cNvSpPr>
          <p:nvPr>
            <p:ph type="title" hasCustomPrompt="1"/>
          </p:nvPr>
        </p:nvSpPr>
        <p:spPr>
          <a:xfrm>
            <a:off x="3014900" y="872515"/>
            <a:ext cx="8459343" cy="2875237"/>
          </a:xfrm>
          <a:noFill/>
          <a:ln>
            <a:noFill/>
          </a:ln>
        </p:spPr>
        <p:txBody>
          <a:bodyPr anchor="t" anchorCtr="0"/>
          <a:lstStyle>
            <a:lvl1pPr algn="r">
              <a:lnSpc>
                <a:spcPts val="7000"/>
              </a:lnSpc>
              <a:defRPr sz="5000">
                <a:solidFill>
                  <a:schemeClr val="bg1"/>
                </a:solidFill>
                <a:highlight>
                  <a:srgbClr val="00919B"/>
                </a:highlight>
              </a:defRPr>
            </a:lvl1pPr>
          </a:lstStyle>
          <a:p>
            <a:r>
              <a:rPr lang="fr-FR" dirty="0"/>
              <a:t>Click to </a:t>
            </a:r>
            <a:r>
              <a:rPr lang="fr-FR" dirty="0" err="1"/>
              <a:t>edit</a:t>
            </a:r>
            <a:r>
              <a:rPr lang="fr-FR" dirty="0"/>
              <a:t> Master </a:t>
            </a:r>
            <a:r>
              <a:rPr lang="fr-FR" dirty="0" err="1"/>
              <a:t>title</a:t>
            </a:r>
            <a:r>
              <a:rPr lang="fr-FR" dirty="0"/>
              <a:t> style </a:t>
            </a:r>
          </a:p>
        </p:txBody>
      </p:sp>
      <p:pic>
        <p:nvPicPr>
          <p:cNvPr id="9" name="Graphique 8">
            <a:extLst>
              <a:ext uri="{FF2B5EF4-FFF2-40B4-BE49-F238E27FC236}">
                <a16:creationId xmlns:a16="http://schemas.microsoft.com/office/drawing/2014/main" id="{50548928-AC40-C806-C2A5-399F2F453A6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725929" y="3928356"/>
            <a:ext cx="2837630" cy="3434013"/>
          </a:xfrm>
          <a:prstGeom prst="rect">
            <a:avLst/>
          </a:prstGeom>
        </p:spPr>
      </p:pic>
      <p:sp>
        <p:nvSpPr>
          <p:cNvPr id="6" name="Espace réservé du numéro de diapositive 3">
            <a:extLst>
              <a:ext uri="{FF2B5EF4-FFF2-40B4-BE49-F238E27FC236}">
                <a16:creationId xmlns:a16="http://schemas.microsoft.com/office/drawing/2014/main" id="{E9E869DE-F122-AFC9-E0D0-5B041E201018}"/>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bg1"/>
                </a:solidFill>
              </a:defRPr>
            </a:lvl1pPr>
          </a:lstStyle>
          <a:p>
            <a:fld id="{8F246C36-D02A-478A-A2B1-30A38C36882C}" type="slidenum">
              <a:rPr lang="fr-FR" smtClean="0"/>
              <a:pPr/>
              <a:t>‹N°›</a:t>
            </a:fld>
            <a:endParaRPr lang="fr-FR" dirty="0"/>
          </a:p>
        </p:txBody>
      </p:sp>
    </p:spTree>
    <p:extLst>
      <p:ext uri="{BB962C8B-B14F-4D97-AF65-F5344CB8AC3E}">
        <p14:creationId xmlns:p14="http://schemas.microsoft.com/office/powerpoint/2010/main" val="894271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hapitre-01 EXTERN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73A6813C-B546-5432-BAAA-59A5D751ACFE}"/>
              </a:ext>
            </a:extLst>
          </p:cNvPr>
          <p:cNvSpPr>
            <a:spLocks noGrp="1"/>
          </p:cNvSpPr>
          <p:nvPr>
            <p:ph type="pic" sz="quarter" idx="10"/>
          </p:nvPr>
        </p:nvSpPr>
        <p:spPr>
          <a:xfrm>
            <a:off x="0" y="0"/>
            <a:ext cx="10162372" cy="6864350"/>
          </a:xfrm>
          <a:solidFill>
            <a:schemeClr val="bg1">
              <a:lumMod val="95000"/>
            </a:schemeClr>
          </a:solidFill>
        </p:spPr>
        <p:txBody>
          <a:bodyPr bIns="1440000" anchor="ctr"/>
          <a:lstStyle>
            <a:lvl1pPr marL="0" indent="0" algn="ctr">
              <a:buNone/>
              <a:defRPr>
                <a:solidFill>
                  <a:schemeClr val="bg1">
                    <a:lumMod val="75000"/>
                  </a:schemeClr>
                </a:solidFill>
              </a:defRPr>
            </a:lvl1pPr>
          </a:lstStyle>
          <a:p>
            <a:endParaRPr lang="en-US" dirty="0"/>
          </a:p>
        </p:txBody>
      </p:sp>
      <p:sp>
        <p:nvSpPr>
          <p:cNvPr id="4" name="Rectangle 3">
            <a:extLst>
              <a:ext uri="{FF2B5EF4-FFF2-40B4-BE49-F238E27FC236}">
                <a16:creationId xmlns:a16="http://schemas.microsoft.com/office/drawing/2014/main" id="{7E5930BC-1753-B241-B5F0-BC9CC06D66F5}"/>
              </a:ext>
            </a:extLst>
          </p:cNvPr>
          <p:cNvSpPr/>
          <p:nvPr userDrawn="1"/>
        </p:nvSpPr>
        <p:spPr>
          <a:xfrm>
            <a:off x="10162372" y="0"/>
            <a:ext cx="2029627"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sp>
        <p:nvSpPr>
          <p:cNvPr id="21" name="Title 19">
            <a:extLst>
              <a:ext uri="{FF2B5EF4-FFF2-40B4-BE49-F238E27FC236}">
                <a16:creationId xmlns:a16="http://schemas.microsoft.com/office/drawing/2014/main" id="{00DE8ACC-D335-3D3B-3D12-DA4C69B5A8A7}"/>
              </a:ext>
            </a:extLst>
          </p:cNvPr>
          <p:cNvSpPr>
            <a:spLocks noGrp="1"/>
          </p:cNvSpPr>
          <p:nvPr>
            <p:ph type="title" hasCustomPrompt="1"/>
          </p:nvPr>
        </p:nvSpPr>
        <p:spPr>
          <a:xfrm>
            <a:off x="3014900" y="872515"/>
            <a:ext cx="8459343" cy="2875237"/>
          </a:xfrm>
          <a:noFill/>
          <a:ln>
            <a:noFill/>
          </a:ln>
        </p:spPr>
        <p:txBody>
          <a:bodyPr anchor="t" anchorCtr="0"/>
          <a:lstStyle>
            <a:lvl1pPr algn="r">
              <a:lnSpc>
                <a:spcPts val="7000"/>
              </a:lnSpc>
              <a:defRPr sz="5000">
                <a:solidFill>
                  <a:schemeClr val="bg1"/>
                </a:solidFill>
                <a:highlight>
                  <a:srgbClr val="FFB9B5"/>
                </a:highlight>
              </a:defRPr>
            </a:lvl1pPr>
          </a:lstStyle>
          <a:p>
            <a:r>
              <a:rPr lang="fr-FR" dirty="0"/>
              <a:t>Click to </a:t>
            </a:r>
            <a:r>
              <a:rPr lang="fr-FR" dirty="0" err="1"/>
              <a:t>edit</a:t>
            </a:r>
            <a:r>
              <a:rPr lang="fr-FR" dirty="0"/>
              <a:t> Master </a:t>
            </a:r>
            <a:r>
              <a:rPr lang="fr-FR" dirty="0" err="1"/>
              <a:t>title</a:t>
            </a:r>
            <a:r>
              <a:rPr lang="fr-FR" dirty="0"/>
              <a:t> style </a:t>
            </a:r>
          </a:p>
        </p:txBody>
      </p:sp>
      <p:pic>
        <p:nvPicPr>
          <p:cNvPr id="9" name="Graphique 8">
            <a:extLst>
              <a:ext uri="{FF2B5EF4-FFF2-40B4-BE49-F238E27FC236}">
                <a16:creationId xmlns:a16="http://schemas.microsoft.com/office/drawing/2014/main" id="{7536D9D4-5FE9-D0E3-D926-E4E33B1309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20966" y="3871913"/>
            <a:ext cx="2029626" cy="3434012"/>
          </a:xfrm>
          <a:prstGeom prst="rect">
            <a:avLst/>
          </a:prstGeom>
        </p:spPr>
      </p:pic>
      <p:sp>
        <p:nvSpPr>
          <p:cNvPr id="5" name="Espace réservé du numéro de diapositive 3">
            <a:extLst>
              <a:ext uri="{FF2B5EF4-FFF2-40B4-BE49-F238E27FC236}">
                <a16:creationId xmlns:a16="http://schemas.microsoft.com/office/drawing/2014/main" id="{4DAE5F12-80CD-8562-82F6-10F7F42683E9}"/>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bg1"/>
                </a:solidFill>
              </a:defRPr>
            </a:lvl1pPr>
          </a:lstStyle>
          <a:p>
            <a:fld id="{8F246C36-D02A-478A-A2B1-30A38C36882C}" type="slidenum">
              <a:rPr lang="fr-FR" smtClean="0"/>
              <a:pPr/>
              <a:t>‹N°›</a:t>
            </a:fld>
            <a:endParaRPr lang="fr-FR"/>
          </a:p>
        </p:txBody>
      </p:sp>
    </p:spTree>
    <p:extLst>
      <p:ext uri="{BB962C8B-B14F-4D97-AF65-F5344CB8AC3E}">
        <p14:creationId xmlns:p14="http://schemas.microsoft.com/office/powerpoint/2010/main" val="2376364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 text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22F7E1-057B-C1F6-CC2A-661A460B6115}"/>
              </a:ext>
            </a:extLst>
          </p:cNvPr>
          <p:cNvSpPr>
            <a:spLocks noGrp="1"/>
          </p:cNvSpPr>
          <p:nvPr>
            <p:ph type="title"/>
          </p:nvPr>
        </p:nvSpPr>
        <p:spPr>
          <a:xfrm>
            <a:off x="0" y="499227"/>
            <a:ext cx="11195959" cy="567177"/>
          </a:xfrm>
        </p:spPr>
        <p:txBody>
          <a:bodyPr/>
          <a:lstStyle>
            <a:lvl1pPr>
              <a:defRPr sz="3200">
                <a:solidFill>
                  <a:schemeClr val="bg1"/>
                </a:solidFill>
                <a:highlight>
                  <a:srgbClr val="FF4610"/>
                </a:highlight>
              </a:defRPr>
            </a:lvl1pPr>
          </a:lstStyle>
          <a:p>
            <a:r>
              <a:rPr lang="fr-FR" dirty="0"/>
              <a:t>Click to </a:t>
            </a:r>
            <a:r>
              <a:rPr lang="fr-FR" dirty="0" err="1"/>
              <a:t>edit</a:t>
            </a:r>
            <a:r>
              <a:rPr lang="fr-FR" dirty="0"/>
              <a:t> Master </a:t>
            </a:r>
            <a:r>
              <a:rPr lang="fr-FR" dirty="0" err="1"/>
              <a:t>title</a:t>
            </a:r>
            <a:r>
              <a:rPr lang="fr-FR" dirty="0"/>
              <a:t> style</a:t>
            </a:r>
          </a:p>
        </p:txBody>
      </p:sp>
      <p:sp>
        <p:nvSpPr>
          <p:cNvPr id="4" name="Text Placeholder 9">
            <a:extLst>
              <a:ext uri="{FF2B5EF4-FFF2-40B4-BE49-F238E27FC236}">
                <a16:creationId xmlns:a16="http://schemas.microsoft.com/office/drawing/2014/main" id="{7E242745-1B04-1E6F-ECA9-0451539EE2DE}"/>
              </a:ext>
            </a:extLst>
          </p:cNvPr>
          <p:cNvSpPr>
            <a:spLocks noGrp="1"/>
          </p:cNvSpPr>
          <p:nvPr>
            <p:ph type="body" sz="quarter" idx="12" hasCustomPrompt="1"/>
          </p:nvPr>
        </p:nvSpPr>
        <p:spPr>
          <a:xfrm>
            <a:off x="484765" y="1504335"/>
            <a:ext cx="11195958" cy="4419153"/>
          </a:xfrm>
        </p:spPr>
        <p:txBody>
          <a:bodyPr/>
          <a:lstStyle>
            <a:lvl1pPr algn="just">
              <a:defRPr sz="1800" b="1">
                <a:solidFill>
                  <a:schemeClr val="tx1"/>
                </a:solidFill>
              </a:defRPr>
            </a:lvl1pPr>
            <a:lvl2pPr algn="just">
              <a:defRPr sz="1800" b="1">
                <a:solidFill>
                  <a:schemeClr val="tx1"/>
                </a:solidFill>
              </a:defRPr>
            </a:lvl2pPr>
            <a:lvl3pPr algn="just">
              <a:defRPr sz="1400">
                <a:solidFill>
                  <a:schemeClr val="tx1"/>
                </a:solidFill>
              </a:defRPr>
            </a:lvl3pPr>
            <a:lvl4pPr algn="just">
              <a:spcAft>
                <a:spcPts val="0"/>
              </a:spcAft>
              <a:defRPr sz="1400">
                <a:solidFill>
                  <a:schemeClr val="tx1"/>
                </a:solidFill>
              </a:defRPr>
            </a:lvl4pPr>
            <a:lvl5pPr algn="just">
              <a:defRPr sz="700">
                <a:solidFill>
                  <a:schemeClr val="tx1"/>
                </a:solidFill>
              </a:defRPr>
            </a:lvl5pPr>
          </a:lstStyle>
          <a:p>
            <a:pPr lvl="0"/>
            <a:r>
              <a:rPr lang="fr-FR" dirty="0"/>
              <a:t>CLICK TO EDIT MASTER TEXT STYLES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fr-FR" dirty="0"/>
          </a:p>
        </p:txBody>
      </p:sp>
      <p:sp>
        <p:nvSpPr>
          <p:cNvPr id="2" name="Espace réservé du pied de page 2">
            <a:extLst>
              <a:ext uri="{FF2B5EF4-FFF2-40B4-BE49-F238E27FC236}">
                <a16:creationId xmlns:a16="http://schemas.microsoft.com/office/drawing/2014/main" id="{F02F39A9-B600-1A52-6CD8-419DD30FDDD1}"/>
              </a:ext>
            </a:extLst>
          </p:cNvPr>
          <p:cNvSpPr>
            <a:spLocks noGrp="1"/>
          </p:cNvSpPr>
          <p:nvPr>
            <p:ph type="ftr" sz="quarter" idx="3"/>
          </p:nvPr>
        </p:nvSpPr>
        <p:spPr>
          <a:xfrm>
            <a:off x="484764" y="6356350"/>
            <a:ext cx="7668636" cy="365125"/>
          </a:xfrm>
          <a:prstGeom prst="rect">
            <a:avLst/>
          </a:prstGeom>
        </p:spPr>
        <p:txBody>
          <a:bodyPr vert="horz" lIns="91440" tIns="45720" rIns="91440" bIns="45720" rtlCol="0" anchor="ctr"/>
          <a:lstStyle>
            <a:lvl1pPr algn="l">
              <a:defRPr sz="1050">
                <a:solidFill>
                  <a:schemeClr val="tx1"/>
                </a:solidFill>
              </a:defRPr>
            </a:lvl1pPr>
          </a:lstStyle>
          <a:p>
            <a:endParaRPr lang="fr-FR" dirty="0"/>
          </a:p>
        </p:txBody>
      </p:sp>
      <p:sp>
        <p:nvSpPr>
          <p:cNvPr id="5" name="Espace réservé du numéro de diapositive 3">
            <a:extLst>
              <a:ext uri="{FF2B5EF4-FFF2-40B4-BE49-F238E27FC236}">
                <a16:creationId xmlns:a16="http://schemas.microsoft.com/office/drawing/2014/main" id="{B6EB6DA8-5EA0-C847-9A99-E4BE55F571DB}"/>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tx1"/>
                </a:solidFill>
              </a:defRPr>
            </a:lvl1pPr>
          </a:lstStyle>
          <a:p>
            <a:fld id="{8F246C36-D02A-478A-A2B1-30A38C36882C}" type="slidenum">
              <a:rPr lang="fr-FR" smtClean="0"/>
              <a:pPr/>
              <a:t>‹N°›</a:t>
            </a:fld>
            <a:endParaRPr lang="fr-FR" dirty="0"/>
          </a:p>
        </p:txBody>
      </p:sp>
    </p:spTree>
    <p:extLst>
      <p:ext uri="{BB962C8B-B14F-4D97-AF65-F5344CB8AC3E}">
        <p14:creationId xmlns:p14="http://schemas.microsoft.com/office/powerpoint/2010/main" val="16977090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hapitre-03 INTER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14F6AA-087B-CE36-96C0-427F96B4A99B}"/>
              </a:ext>
            </a:extLst>
          </p:cNvPr>
          <p:cNvSpPr/>
          <p:nvPr userDrawn="1"/>
        </p:nvSpPr>
        <p:spPr>
          <a:xfrm>
            <a:off x="0" y="0"/>
            <a:ext cx="12192000" cy="6857999"/>
          </a:xfrm>
          <a:prstGeom prst="rect">
            <a:avLst/>
          </a:prstGeom>
          <a:solidFill>
            <a:schemeClr val="accent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pic>
        <p:nvPicPr>
          <p:cNvPr id="6" name="Graphique 5">
            <a:extLst>
              <a:ext uri="{FF2B5EF4-FFF2-40B4-BE49-F238E27FC236}">
                <a16:creationId xmlns:a16="http://schemas.microsoft.com/office/drawing/2014/main" id="{04D0DE6E-8BB1-7EAF-0A35-FB3905B453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86095" y="-311727"/>
            <a:ext cx="3908069" cy="7505973"/>
          </a:xfrm>
          <a:prstGeom prst="rect">
            <a:avLst/>
          </a:prstGeom>
        </p:spPr>
      </p:pic>
      <p:pic>
        <p:nvPicPr>
          <p:cNvPr id="16" name="Graphique 15">
            <a:extLst>
              <a:ext uri="{FF2B5EF4-FFF2-40B4-BE49-F238E27FC236}">
                <a16:creationId xmlns:a16="http://schemas.microsoft.com/office/drawing/2014/main" id="{A56199FF-4002-2744-182B-DD250F36A7C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37624" y="3844296"/>
            <a:ext cx="2770295" cy="3434012"/>
          </a:xfrm>
          <a:prstGeom prst="rect">
            <a:avLst/>
          </a:prstGeom>
        </p:spPr>
      </p:pic>
      <p:sp>
        <p:nvSpPr>
          <p:cNvPr id="19" name="Title 19">
            <a:extLst>
              <a:ext uri="{FF2B5EF4-FFF2-40B4-BE49-F238E27FC236}">
                <a16:creationId xmlns:a16="http://schemas.microsoft.com/office/drawing/2014/main" id="{EF18C0AC-6DBA-94F4-5062-2FEE5DE05DAD}"/>
              </a:ext>
            </a:extLst>
          </p:cNvPr>
          <p:cNvSpPr>
            <a:spLocks noGrp="1"/>
          </p:cNvSpPr>
          <p:nvPr>
            <p:ph type="title" hasCustomPrompt="1"/>
          </p:nvPr>
        </p:nvSpPr>
        <p:spPr>
          <a:xfrm>
            <a:off x="3014900" y="872515"/>
            <a:ext cx="8459343" cy="2875237"/>
          </a:xfrm>
          <a:noFill/>
          <a:ln>
            <a:noFill/>
          </a:ln>
        </p:spPr>
        <p:txBody>
          <a:bodyPr anchor="t" anchorCtr="0"/>
          <a:lstStyle>
            <a:lvl1pPr algn="r">
              <a:lnSpc>
                <a:spcPts val="7000"/>
              </a:lnSpc>
              <a:defRPr sz="5000">
                <a:solidFill>
                  <a:schemeClr val="tx1"/>
                </a:solidFill>
                <a:highlight>
                  <a:srgbClr val="FFFFFF"/>
                </a:highlight>
              </a:defRPr>
            </a:lvl1pPr>
          </a:lstStyle>
          <a:p>
            <a:r>
              <a:rPr lang="fr-FR" dirty="0"/>
              <a:t>Click to </a:t>
            </a:r>
            <a:r>
              <a:rPr lang="fr-FR" dirty="0" err="1"/>
              <a:t>edit</a:t>
            </a:r>
            <a:r>
              <a:rPr lang="fr-FR" dirty="0"/>
              <a:t> Master </a:t>
            </a:r>
            <a:r>
              <a:rPr lang="fr-FR" dirty="0" err="1"/>
              <a:t>title</a:t>
            </a:r>
            <a:r>
              <a:rPr lang="fr-FR" dirty="0"/>
              <a:t> style </a:t>
            </a:r>
          </a:p>
        </p:txBody>
      </p:sp>
      <p:sp>
        <p:nvSpPr>
          <p:cNvPr id="4" name="Espace réservé du numéro de diapositive 3">
            <a:extLst>
              <a:ext uri="{FF2B5EF4-FFF2-40B4-BE49-F238E27FC236}">
                <a16:creationId xmlns:a16="http://schemas.microsoft.com/office/drawing/2014/main" id="{6BCA331F-5B5E-77DE-69E1-411B73E4795A}"/>
              </a:ext>
            </a:extLst>
          </p:cNvPr>
          <p:cNvSpPr>
            <a:spLocks noGrp="1"/>
          </p:cNvSpPr>
          <p:nvPr>
            <p:ph type="sldNum" sz="quarter" idx="4"/>
          </p:nvPr>
        </p:nvSpPr>
        <p:spPr>
          <a:xfrm>
            <a:off x="8697911" y="6356350"/>
            <a:ext cx="2982811" cy="365125"/>
          </a:xfrm>
          <a:prstGeom prst="rect">
            <a:avLst/>
          </a:prstGeom>
        </p:spPr>
        <p:txBody>
          <a:bodyPr vert="horz" lIns="91440" tIns="45720" rIns="91440" bIns="45720" rtlCol="0" anchor="ctr"/>
          <a:lstStyle>
            <a:lvl1pPr algn="r">
              <a:defRPr sz="1050">
                <a:solidFill>
                  <a:schemeClr val="tx1"/>
                </a:solidFill>
              </a:defRPr>
            </a:lvl1pPr>
          </a:lstStyle>
          <a:p>
            <a:fld id="{8F246C36-D02A-478A-A2B1-30A38C36882C}" type="slidenum">
              <a:rPr lang="fr-FR" smtClean="0"/>
              <a:pPr/>
              <a:t>‹N°›</a:t>
            </a:fld>
            <a:endParaRPr lang="fr-FR"/>
          </a:p>
        </p:txBody>
      </p:sp>
    </p:spTree>
    <p:extLst>
      <p:ext uri="{BB962C8B-B14F-4D97-AF65-F5344CB8AC3E}">
        <p14:creationId xmlns:p14="http://schemas.microsoft.com/office/powerpoint/2010/main" val="4952525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F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D1012D-454D-B585-E4E4-11998A891E3E}"/>
              </a:ext>
            </a:extLst>
          </p:cNvPr>
          <p:cNvSpPr/>
          <p:nvPr userDrawn="1"/>
        </p:nvSpPr>
        <p:spPr>
          <a:xfrm>
            <a:off x="1" y="0"/>
            <a:ext cx="12192000" cy="6857999"/>
          </a:xfrm>
          <a:prstGeom prst="rect">
            <a:avLst/>
          </a:prstGeom>
          <a:solidFill>
            <a:schemeClr val="tx1"/>
          </a:solidFill>
          <a:ln w="793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142848"/>
              </a:solidFill>
            </a:endParaRPr>
          </a:p>
        </p:txBody>
      </p:sp>
      <p:pic>
        <p:nvPicPr>
          <p:cNvPr id="5" name="Graphique 4">
            <a:extLst>
              <a:ext uri="{FF2B5EF4-FFF2-40B4-BE49-F238E27FC236}">
                <a16:creationId xmlns:a16="http://schemas.microsoft.com/office/drawing/2014/main" id="{48EDFF77-90A4-03C2-086F-CB04B6A14C0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028216"/>
            <a:ext cx="12192001" cy="2093575"/>
          </a:xfrm>
          <a:prstGeom prst="rect">
            <a:avLst/>
          </a:prstGeom>
        </p:spPr>
      </p:pic>
      <p:pic>
        <p:nvPicPr>
          <p:cNvPr id="7" name="Image 6" descr="Une image contenant texte, Police, Graphique, logo&#10;&#10;Le contenu généré par l’IA peut être incorrect.">
            <a:extLst>
              <a:ext uri="{FF2B5EF4-FFF2-40B4-BE49-F238E27FC236}">
                <a16:creationId xmlns:a16="http://schemas.microsoft.com/office/drawing/2014/main" id="{EB6C0139-F20E-7AA7-3925-D88D22B38B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983081" y="4966007"/>
            <a:ext cx="2225836" cy="2225836"/>
          </a:xfrm>
          <a:prstGeom prst="rect">
            <a:avLst/>
          </a:prstGeom>
        </p:spPr>
      </p:pic>
    </p:spTree>
    <p:extLst>
      <p:ext uri="{BB962C8B-B14F-4D97-AF65-F5344CB8AC3E}">
        <p14:creationId xmlns:p14="http://schemas.microsoft.com/office/powerpoint/2010/main" val="408200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sv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3.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CBD34-79CE-ABD5-1BAD-E239282D14FF}"/>
              </a:ext>
            </a:extLst>
          </p:cNvPr>
          <p:cNvSpPr>
            <a:spLocks noGrp="1"/>
          </p:cNvSpPr>
          <p:nvPr>
            <p:ph type="title"/>
          </p:nvPr>
        </p:nvSpPr>
        <p:spPr>
          <a:xfrm>
            <a:off x="750888" y="695689"/>
            <a:ext cx="9673272" cy="744724"/>
          </a:xfrm>
          <a:prstGeom prst="rect">
            <a:avLst/>
          </a:prstGeom>
        </p:spPr>
        <p:txBody>
          <a:bodyPr vert="horz" lIns="0" tIns="0" rIns="0" bIns="0" rtlCol="0" anchor="t">
            <a:noAutofit/>
          </a:bodyPr>
          <a:lstStyle/>
          <a:p>
            <a:r>
              <a:rPr lang="fr-FR" dirty="0"/>
              <a:t>Click to </a:t>
            </a:r>
            <a:r>
              <a:rPr lang="fr-FR" dirty="0" err="1"/>
              <a:t>edit</a:t>
            </a:r>
            <a:r>
              <a:rPr lang="fr-FR" dirty="0"/>
              <a:t> Master </a:t>
            </a:r>
            <a:r>
              <a:rPr lang="fr-FR" dirty="0" err="1"/>
              <a:t>title</a:t>
            </a:r>
            <a:r>
              <a:rPr lang="fr-FR" dirty="0"/>
              <a:t> style</a:t>
            </a:r>
          </a:p>
        </p:txBody>
      </p:sp>
      <p:sp>
        <p:nvSpPr>
          <p:cNvPr id="9" name="Text Placeholder 2">
            <a:extLst>
              <a:ext uri="{FF2B5EF4-FFF2-40B4-BE49-F238E27FC236}">
                <a16:creationId xmlns:a16="http://schemas.microsoft.com/office/drawing/2014/main" id="{FB36C262-8651-E95C-A9DB-9C9910F9E1A5}"/>
              </a:ext>
            </a:extLst>
          </p:cNvPr>
          <p:cNvSpPr>
            <a:spLocks noGrp="1"/>
          </p:cNvSpPr>
          <p:nvPr>
            <p:ph type="body" idx="1"/>
          </p:nvPr>
        </p:nvSpPr>
        <p:spPr>
          <a:xfrm>
            <a:off x="750888" y="1788487"/>
            <a:ext cx="10690224" cy="4373823"/>
          </a:xfrm>
          <a:prstGeom prst="rect">
            <a:avLst/>
          </a:prstGeom>
        </p:spPr>
        <p:txBody>
          <a:bodyPr vert="horz" lIns="0" tIns="0" rIns="0" bIns="0" rtlCol="0">
            <a:noAutofit/>
          </a:bodyPr>
          <a:lstStyle/>
          <a:p>
            <a:pPr lvl="0"/>
            <a:r>
              <a:rPr lang="fr-FR" dirty="0"/>
              <a:t>CLICK TO EDIT MASTER TEXT STYLES</a:t>
            </a:r>
          </a:p>
          <a:p>
            <a:pPr lvl="1"/>
            <a:r>
              <a:rPr lang="fr-FR" dirty="0"/>
              <a:t>SECOND LEVEL</a:t>
            </a:r>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fr-FR" dirty="0"/>
          </a:p>
        </p:txBody>
      </p:sp>
    </p:spTree>
    <p:extLst>
      <p:ext uri="{BB962C8B-B14F-4D97-AF65-F5344CB8AC3E}">
        <p14:creationId xmlns:p14="http://schemas.microsoft.com/office/powerpoint/2010/main" val="3691805841"/>
      </p:ext>
    </p:extLst>
  </p:cSld>
  <p:clrMap bg1="lt1" tx1="dk1" bg2="lt2" tx2="dk2" accent1="accent1" accent2="accent2" accent3="accent3" accent4="accent4" accent5="accent5" accent6="accent6" hlink="hlink" folHlink="folHlink"/>
  <p:sldLayoutIdLst>
    <p:sldLayoutId id="2147483863"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2800" b="1" i="0" kern="1200" cap="all" baseline="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spc="3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2000" b="1" i="0" kern="1200" spc="3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2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80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CBD34-79CE-ABD5-1BAD-E239282D14FF}"/>
              </a:ext>
            </a:extLst>
          </p:cNvPr>
          <p:cNvSpPr>
            <a:spLocks noGrp="1"/>
          </p:cNvSpPr>
          <p:nvPr>
            <p:ph type="title"/>
          </p:nvPr>
        </p:nvSpPr>
        <p:spPr>
          <a:xfrm>
            <a:off x="3331441" y="2869593"/>
            <a:ext cx="5773230" cy="1143331"/>
          </a:xfrm>
          <a:prstGeom prst="rect">
            <a:avLst/>
          </a:prstGeom>
        </p:spPr>
        <p:txBody>
          <a:bodyPr vert="horz" lIns="0" tIns="0" rIns="0" bIns="0" rtlCol="0" anchor="t">
            <a:noAutofit/>
          </a:bodyPr>
          <a:lstStyle/>
          <a:p>
            <a:r>
              <a:rPr lang="fr-FR" dirty="0"/>
              <a:t>Click to </a:t>
            </a:r>
            <a:r>
              <a:rPr lang="fr-FR" dirty="0" err="1"/>
              <a:t>edit</a:t>
            </a:r>
            <a:r>
              <a:rPr lang="fr-FR" dirty="0"/>
              <a:t> Master </a:t>
            </a:r>
            <a:r>
              <a:rPr lang="fr-FR" dirty="0" err="1"/>
              <a:t>title</a:t>
            </a:r>
            <a:r>
              <a:rPr lang="fr-FR" dirty="0"/>
              <a:t> style</a:t>
            </a:r>
          </a:p>
        </p:txBody>
      </p:sp>
      <p:pic>
        <p:nvPicPr>
          <p:cNvPr id="3" name="Graphique 2">
            <a:extLst>
              <a:ext uri="{FF2B5EF4-FFF2-40B4-BE49-F238E27FC236}">
                <a16:creationId xmlns:a16="http://schemas.microsoft.com/office/drawing/2014/main" id="{C6D76721-85E3-138A-A9B1-66888669CD56}"/>
              </a:ext>
            </a:extLst>
          </p:cNvPr>
          <p:cNvPicPr>
            <a:picLocks noChangeAspect="1"/>
          </p:cNvPicPr>
          <p:nvPr userDrawn="1"/>
        </p:nvPicPr>
        <p:blipFill>
          <a:blip r:embed="rId3">
            <a:extLst>
              <a:ext uri="{96DAC541-7B7A-43D3-8B79-37D633B846F1}">
                <asvg:svgBlip xmlns:asvg="http://schemas.microsoft.com/office/drawing/2016/SVG/main" r:embed="rId4"/>
              </a:ext>
            </a:extLst>
          </a:blip>
          <a:srcRect l="35140" t="4154" b="4479"/>
          <a:stretch>
            <a:fillRect/>
          </a:stretch>
        </p:blipFill>
        <p:spPr>
          <a:xfrm>
            <a:off x="-12812" y="0"/>
            <a:ext cx="2534786" cy="6858000"/>
          </a:xfrm>
          <a:prstGeom prst="rect">
            <a:avLst/>
          </a:prstGeom>
        </p:spPr>
      </p:pic>
    </p:spTree>
    <p:extLst>
      <p:ext uri="{BB962C8B-B14F-4D97-AF65-F5344CB8AC3E}">
        <p14:creationId xmlns:p14="http://schemas.microsoft.com/office/powerpoint/2010/main" val="2375520054"/>
      </p:ext>
    </p:extLst>
  </p:cSld>
  <p:clrMap bg1="lt1" tx1="dk1" bg2="lt2" tx2="dk2" accent1="accent1" accent2="accent2" accent3="accent3" accent4="accent4" accent5="accent5" accent6="accent6" hlink="hlink" folHlink="folHlink"/>
  <p:sldLayoutIdLst>
    <p:sldLayoutId id="2147483912"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ctr" defTabSz="914400" rtl="0" eaLnBrk="1" latinLnBrk="0" hangingPunct="1">
        <a:lnSpc>
          <a:spcPct val="90000"/>
        </a:lnSpc>
        <a:spcBef>
          <a:spcPct val="0"/>
        </a:spcBef>
        <a:buNone/>
        <a:defRPr sz="3000" b="1" i="0" kern="1200" cap="all" baseline="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3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200" b="1" i="0" kern="1200">
          <a:solidFill>
            <a:schemeClr val="tx1"/>
          </a:solidFill>
          <a:latin typeface="GILROY-EXTRABOLD" pitchFamily="2" charset="77"/>
          <a:ea typeface="+mn-ea"/>
          <a:cs typeface="+mn-cs"/>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2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800" kern="1200">
          <a:solidFill>
            <a:schemeClr val="tx1"/>
          </a:solidFill>
          <a:highlight>
            <a:srgbClr val="142848"/>
          </a:highligh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CBD34-79CE-ABD5-1BAD-E239282D14FF}"/>
              </a:ext>
            </a:extLst>
          </p:cNvPr>
          <p:cNvSpPr>
            <a:spLocks noGrp="1"/>
          </p:cNvSpPr>
          <p:nvPr>
            <p:ph type="title"/>
          </p:nvPr>
        </p:nvSpPr>
        <p:spPr>
          <a:xfrm>
            <a:off x="750888" y="695689"/>
            <a:ext cx="10690224" cy="744724"/>
          </a:xfrm>
          <a:prstGeom prst="rect">
            <a:avLst/>
          </a:prstGeom>
        </p:spPr>
        <p:txBody>
          <a:bodyPr vert="horz" lIns="0" tIns="0" rIns="0" bIns="0" rtlCol="0" anchor="t">
            <a:noAutofit/>
          </a:bodyPr>
          <a:lstStyle/>
          <a:p>
            <a:r>
              <a:rPr lang="fr-FR" dirty="0"/>
              <a:t>Click to </a:t>
            </a:r>
            <a:r>
              <a:rPr lang="fr-FR" dirty="0" err="1"/>
              <a:t>edit</a:t>
            </a:r>
            <a:r>
              <a:rPr lang="fr-FR" dirty="0"/>
              <a:t> Master </a:t>
            </a:r>
            <a:r>
              <a:rPr lang="fr-FR" dirty="0" err="1"/>
              <a:t>title</a:t>
            </a:r>
            <a:r>
              <a:rPr lang="fr-FR" dirty="0"/>
              <a:t> style</a:t>
            </a:r>
          </a:p>
        </p:txBody>
      </p:sp>
      <p:sp>
        <p:nvSpPr>
          <p:cNvPr id="9" name="Text Placeholder 2">
            <a:extLst>
              <a:ext uri="{FF2B5EF4-FFF2-40B4-BE49-F238E27FC236}">
                <a16:creationId xmlns:a16="http://schemas.microsoft.com/office/drawing/2014/main" id="{FB36C262-8651-E95C-A9DB-9C9910F9E1A5}"/>
              </a:ext>
            </a:extLst>
          </p:cNvPr>
          <p:cNvSpPr>
            <a:spLocks noGrp="1"/>
          </p:cNvSpPr>
          <p:nvPr>
            <p:ph type="body" idx="1"/>
          </p:nvPr>
        </p:nvSpPr>
        <p:spPr>
          <a:xfrm>
            <a:off x="750888" y="1788487"/>
            <a:ext cx="10690224" cy="4373823"/>
          </a:xfrm>
          <a:prstGeom prst="rect">
            <a:avLst/>
          </a:prstGeom>
        </p:spPr>
        <p:txBody>
          <a:bodyPr vert="horz" lIns="0" tIns="0" rIns="0" bIns="0" rtlCol="0">
            <a:noAutofit/>
          </a:bodyPr>
          <a:lstStyle/>
          <a:p>
            <a:pPr lvl="0"/>
            <a:r>
              <a:rPr lang="fr-FR" dirty="0"/>
              <a:t>Click to </a:t>
            </a:r>
            <a:r>
              <a:rPr lang="fr-FR" dirty="0" err="1"/>
              <a:t>edit</a:t>
            </a:r>
            <a:r>
              <a:rPr lang="fr-FR" dirty="0"/>
              <a:t> Master </a:t>
            </a:r>
            <a:r>
              <a:rPr lang="fr-FR" dirty="0" err="1"/>
              <a:t>text</a:t>
            </a:r>
            <a:r>
              <a:rPr lang="fr-FR" dirty="0"/>
              <a:t> styles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fr-FR" dirty="0"/>
          </a:p>
        </p:txBody>
      </p:sp>
    </p:spTree>
    <p:extLst>
      <p:ext uri="{BB962C8B-B14F-4D97-AF65-F5344CB8AC3E}">
        <p14:creationId xmlns:p14="http://schemas.microsoft.com/office/powerpoint/2010/main" val="1940406553"/>
      </p:ext>
    </p:extLst>
  </p:cSld>
  <p:clrMap bg1="lt1" tx1="dk1" bg2="lt2" tx2="dk2" accent1="accent1" accent2="accent2" accent3="accent3" accent4="accent4" accent5="accent5" accent6="accent6" hlink="hlink" folHlink="folHlink"/>
  <p:sldLayoutIdLst>
    <p:sldLayoutId id="2147483885" r:id="rId1"/>
    <p:sldLayoutId id="2147483884" r:id="rId2"/>
    <p:sldLayoutId id="2147483883" r:id="rId3"/>
    <p:sldLayoutId id="2147483881" r:id="rId4"/>
    <p:sldLayoutId id="2147483880" r:id="rId5"/>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2800" b="1" i="0" kern="1200" cap="all" baseline="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8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8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105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CBD34-79CE-ABD5-1BAD-E239282D14FF}"/>
              </a:ext>
            </a:extLst>
          </p:cNvPr>
          <p:cNvSpPr>
            <a:spLocks noGrp="1"/>
          </p:cNvSpPr>
          <p:nvPr>
            <p:ph type="title"/>
          </p:nvPr>
        </p:nvSpPr>
        <p:spPr>
          <a:xfrm>
            <a:off x="393290" y="695689"/>
            <a:ext cx="11047822" cy="744724"/>
          </a:xfrm>
          <a:prstGeom prst="rect">
            <a:avLst/>
          </a:prstGeom>
        </p:spPr>
        <p:txBody>
          <a:bodyPr vert="horz" lIns="0" tIns="0" rIns="0" bIns="0" rtlCol="0" anchor="t">
            <a:noAutofit/>
          </a:bodyPr>
          <a:lstStyle/>
          <a:p>
            <a:r>
              <a:rPr lang="fr-FR" dirty="0"/>
              <a:t>Click to </a:t>
            </a:r>
            <a:r>
              <a:rPr lang="fr-FR" dirty="0" err="1"/>
              <a:t>edit</a:t>
            </a:r>
            <a:r>
              <a:rPr lang="fr-FR" dirty="0"/>
              <a:t> Master </a:t>
            </a:r>
            <a:r>
              <a:rPr lang="fr-FR" dirty="0" err="1"/>
              <a:t>title</a:t>
            </a:r>
            <a:r>
              <a:rPr lang="fr-FR" dirty="0"/>
              <a:t> style</a:t>
            </a:r>
          </a:p>
        </p:txBody>
      </p:sp>
      <p:sp>
        <p:nvSpPr>
          <p:cNvPr id="9" name="Text Placeholder 2">
            <a:extLst>
              <a:ext uri="{FF2B5EF4-FFF2-40B4-BE49-F238E27FC236}">
                <a16:creationId xmlns:a16="http://schemas.microsoft.com/office/drawing/2014/main" id="{FB36C262-8651-E95C-A9DB-9C9910F9E1A5}"/>
              </a:ext>
            </a:extLst>
          </p:cNvPr>
          <p:cNvSpPr>
            <a:spLocks noGrp="1"/>
          </p:cNvSpPr>
          <p:nvPr>
            <p:ph type="body" idx="1"/>
          </p:nvPr>
        </p:nvSpPr>
        <p:spPr>
          <a:xfrm>
            <a:off x="393290" y="1788487"/>
            <a:ext cx="11047822" cy="4373823"/>
          </a:xfrm>
          <a:prstGeom prst="rect">
            <a:avLst/>
          </a:prstGeom>
        </p:spPr>
        <p:txBody>
          <a:bodyPr vert="horz" lIns="0" tIns="0" rIns="0" bIns="0" rtlCol="0">
            <a:noAutofit/>
          </a:bodyPr>
          <a:lstStyle/>
          <a:p>
            <a:pPr lvl="0"/>
            <a:r>
              <a:rPr lang="fr-FR" dirty="0"/>
              <a:t>CLICK TO EDIT MASTER TEXT STYLES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fr-FR" dirty="0"/>
          </a:p>
        </p:txBody>
      </p:sp>
      <p:sp>
        <p:nvSpPr>
          <p:cNvPr id="3" name="Espace réservé du pied de page 2">
            <a:extLst>
              <a:ext uri="{FF2B5EF4-FFF2-40B4-BE49-F238E27FC236}">
                <a16:creationId xmlns:a16="http://schemas.microsoft.com/office/drawing/2014/main" id="{CDE6CD7B-9C42-AEF7-B204-006627AD2586}"/>
              </a:ext>
            </a:extLst>
          </p:cNvPr>
          <p:cNvSpPr>
            <a:spLocks noGrp="1"/>
          </p:cNvSpPr>
          <p:nvPr>
            <p:ph type="ftr" sz="quarter" idx="3"/>
          </p:nvPr>
        </p:nvSpPr>
        <p:spPr>
          <a:xfrm>
            <a:off x="393291" y="6356350"/>
            <a:ext cx="7760110" cy="365125"/>
          </a:xfrm>
          <a:prstGeom prst="rect">
            <a:avLst/>
          </a:prstGeom>
        </p:spPr>
        <p:txBody>
          <a:bodyPr vert="horz" lIns="91440" tIns="45720" rIns="91440" bIns="45720" rtlCol="0" anchor="ctr"/>
          <a:lstStyle>
            <a:lvl1pPr algn="l">
              <a:defRPr sz="1050">
                <a:solidFill>
                  <a:schemeClr val="tx1"/>
                </a:solidFill>
                <a:latin typeface="Calibri" panose="020F0502020204030204" pitchFamily="34" charset="0"/>
                <a:cs typeface="Calibri" panose="020F0502020204030204" pitchFamily="34" charset="0"/>
              </a:defRPr>
            </a:lvl1pPr>
          </a:lstStyle>
          <a:p>
            <a:endParaRPr lang="fr-FR" dirty="0"/>
          </a:p>
        </p:txBody>
      </p:sp>
      <p:sp>
        <p:nvSpPr>
          <p:cNvPr id="4" name="Espace réservé du numéro de diapositive 3">
            <a:extLst>
              <a:ext uri="{FF2B5EF4-FFF2-40B4-BE49-F238E27FC236}">
                <a16:creationId xmlns:a16="http://schemas.microsoft.com/office/drawing/2014/main" id="{2C4F112D-4D24-0690-DFFA-EF1B44470A06}"/>
              </a:ext>
            </a:extLst>
          </p:cNvPr>
          <p:cNvSpPr>
            <a:spLocks noGrp="1"/>
          </p:cNvSpPr>
          <p:nvPr>
            <p:ph type="sldNum" sz="quarter" idx="4"/>
          </p:nvPr>
        </p:nvSpPr>
        <p:spPr>
          <a:xfrm>
            <a:off x="8697912" y="6356350"/>
            <a:ext cx="2743200" cy="365125"/>
          </a:xfrm>
          <a:prstGeom prst="rect">
            <a:avLst/>
          </a:prstGeom>
        </p:spPr>
        <p:txBody>
          <a:bodyPr vert="horz" lIns="91440" tIns="45720" rIns="91440" bIns="45720" rtlCol="0" anchor="ctr"/>
          <a:lstStyle>
            <a:lvl1pPr algn="r">
              <a:defRPr sz="1050">
                <a:solidFill>
                  <a:schemeClr val="tx1"/>
                </a:solidFill>
                <a:latin typeface="Calibri" panose="020F0502020204030204" pitchFamily="34" charset="0"/>
                <a:cs typeface="Calibri" panose="020F0502020204030204" pitchFamily="34" charset="0"/>
              </a:defRPr>
            </a:lvl1pPr>
          </a:lstStyle>
          <a:p>
            <a:fld id="{8F246C36-D02A-478A-A2B1-30A38C36882C}" type="slidenum">
              <a:rPr lang="fr-FR" smtClean="0"/>
              <a:pPr/>
              <a:t>‹N°›</a:t>
            </a:fld>
            <a:endParaRPr lang="fr-FR" dirty="0"/>
          </a:p>
        </p:txBody>
      </p:sp>
    </p:spTree>
    <p:extLst>
      <p:ext uri="{BB962C8B-B14F-4D97-AF65-F5344CB8AC3E}">
        <p14:creationId xmlns:p14="http://schemas.microsoft.com/office/powerpoint/2010/main" val="1131587919"/>
      </p:ext>
    </p:extLst>
  </p:cSld>
  <p:clrMap bg1="lt1" tx1="dk1" bg2="lt2" tx2="dk2" accent1="accent1" accent2="accent2" accent3="accent3" accent4="accent4" accent5="accent5" accent6="accent6" hlink="hlink" folHlink="folHlink"/>
  <p:sldLayoutIdLst>
    <p:sldLayoutId id="2147483925"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2800" b="1" i="0" kern="1200" cap="all" baseline="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b="1" kern="12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1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1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CBD34-79CE-ABD5-1BAD-E239282D14FF}"/>
              </a:ext>
            </a:extLst>
          </p:cNvPr>
          <p:cNvSpPr>
            <a:spLocks noGrp="1"/>
          </p:cNvSpPr>
          <p:nvPr>
            <p:ph type="title"/>
          </p:nvPr>
        </p:nvSpPr>
        <p:spPr>
          <a:xfrm>
            <a:off x="750888" y="695689"/>
            <a:ext cx="10690224" cy="744724"/>
          </a:xfrm>
          <a:prstGeom prst="rect">
            <a:avLst/>
          </a:prstGeom>
        </p:spPr>
        <p:txBody>
          <a:bodyPr vert="horz" lIns="0" tIns="0" rIns="0" bIns="0" rtlCol="0" anchor="t">
            <a:noAutofit/>
          </a:bodyPr>
          <a:lstStyle/>
          <a:p>
            <a:r>
              <a:rPr lang="fr-FR" dirty="0"/>
              <a:t>Click to </a:t>
            </a:r>
            <a:r>
              <a:rPr lang="fr-FR" dirty="0" err="1"/>
              <a:t>edit</a:t>
            </a:r>
            <a:r>
              <a:rPr lang="fr-FR" dirty="0"/>
              <a:t> Master </a:t>
            </a:r>
            <a:r>
              <a:rPr lang="fr-FR" dirty="0" err="1"/>
              <a:t>title</a:t>
            </a:r>
            <a:r>
              <a:rPr lang="fr-FR" dirty="0"/>
              <a:t> style</a:t>
            </a:r>
          </a:p>
        </p:txBody>
      </p:sp>
      <p:sp>
        <p:nvSpPr>
          <p:cNvPr id="9" name="Text Placeholder 2">
            <a:extLst>
              <a:ext uri="{FF2B5EF4-FFF2-40B4-BE49-F238E27FC236}">
                <a16:creationId xmlns:a16="http://schemas.microsoft.com/office/drawing/2014/main" id="{FB36C262-8651-E95C-A9DB-9C9910F9E1A5}"/>
              </a:ext>
            </a:extLst>
          </p:cNvPr>
          <p:cNvSpPr>
            <a:spLocks noGrp="1"/>
          </p:cNvSpPr>
          <p:nvPr>
            <p:ph type="body" idx="1"/>
          </p:nvPr>
        </p:nvSpPr>
        <p:spPr>
          <a:xfrm>
            <a:off x="750888" y="1788487"/>
            <a:ext cx="10690224" cy="4373823"/>
          </a:xfrm>
          <a:prstGeom prst="rect">
            <a:avLst/>
          </a:prstGeom>
        </p:spPr>
        <p:txBody>
          <a:bodyPr vert="horz" lIns="0" tIns="0" rIns="0" bIns="0" rtlCol="0">
            <a:noAutofit/>
          </a:bodyPr>
          <a:lstStyle/>
          <a:p>
            <a:pPr lvl="0"/>
            <a:r>
              <a:rPr lang="fr-FR" dirty="0"/>
              <a:t>Click to </a:t>
            </a:r>
            <a:r>
              <a:rPr lang="fr-FR" dirty="0" err="1"/>
              <a:t>edit</a:t>
            </a:r>
            <a:r>
              <a:rPr lang="fr-FR" dirty="0"/>
              <a:t> Master </a:t>
            </a:r>
            <a:r>
              <a:rPr lang="fr-FR" dirty="0" err="1"/>
              <a:t>text</a:t>
            </a:r>
            <a:r>
              <a:rPr lang="fr-FR" dirty="0"/>
              <a:t> styles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fr-FR" dirty="0"/>
          </a:p>
        </p:txBody>
      </p:sp>
    </p:spTree>
    <p:extLst>
      <p:ext uri="{BB962C8B-B14F-4D97-AF65-F5344CB8AC3E}">
        <p14:creationId xmlns:p14="http://schemas.microsoft.com/office/powerpoint/2010/main" val="3747095735"/>
      </p:ext>
    </p:extLst>
  </p:cSld>
  <p:clrMap bg1="lt1" tx1="dk1" bg2="lt2" tx2="dk2" accent1="accent1" accent2="accent2" accent3="accent3" accent4="accent4" accent5="accent5" accent6="accent6" hlink="hlink" folHlink="folHlink"/>
  <p:sldLayoutIdLst>
    <p:sldLayoutId id="2147483855"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2800" b="1" i="0" kern="1200" cap="all" baseline="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8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8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105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95512"/>
      </p:ext>
    </p:extLst>
  </p:cSld>
  <p:clrMap bg1="lt1" tx1="dk1" bg2="lt2" tx2="dk2" accent1="accent1" accent2="accent2" accent3="accent3" accent4="accent4" accent5="accent5" accent6="accent6" hlink="hlink" folHlink="folHlink"/>
  <p:sldLayoutIdLst>
    <p:sldLayoutId id="2147483914"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00" rtl="0" eaLnBrk="1" latinLnBrk="0" hangingPunct="1">
        <a:lnSpc>
          <a:spcPct val="90000"/>
        </a:lnSpc>
        <a:spcBef>
          <a:spcPct val="0"/>
        </a:spcBef>
        <a:buNone/>
        <a:defRPr sz="2800" b="1" i="0" kern="1200" cap="all" baseline="0">
          <a:solidFill>
            <a:schemeClr val="tx1"/>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b="1" kern="1200">
          <a:solidFill>
            <a:schemeClr val="accent4"/>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2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2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5.png"/><Relationship Id="rId3" Type="http://schemas.openxmlformats.org/officeDocument/2006/relationships/image" Target="../media/image13.png"/><Relationship Id="rId7" Type="http://schemas.openxmlformats.org/officeDocument/2006/relationships/image" Target="../media/image25.png"/><Relationship Id="rId12" Type="http://schemas.openxmlformats.org/officeDocument/2006/relationships/image" Target="../media/image29.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4.svg"/><Relationship Id="rId11" Type="http://schemas.openxmlformats.org/officeDocument/2006/relationships/image" Target="../media/image28.png"/><Relationship Id="rId5" Type="http://schemas.openxmlformats.org/officeDocument/2006/relationships/image" Target="../media/image11.png"/><Relationship Id="rId10" Type="http://schemas.openxmlformats.org/officeDocument/2006/relationships/image" Target="../media/image27.svg"/><Relationship Id="rId4" Type="http://schemas.openxmlformats.org/officeDocument/2006/relationships/image" Target="../media/image23.svg"/><Relationship Id="rId9" Type="http://schemas.openxmlformats.org/officeDocument/2006/relationships/image" Target="../media/image9.png"/><Relationship Id="rId14" Type="http://schemas.openxmlformats.org/officeDocument/2006/relationships/image" Target="../media/image30.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1.jpe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1.jpe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7.pn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1.jpeg"/><Relationship Id="rId10" Type="http://schemas.openxmlformats.org/officeDocument/2006/relationships/image" Target="../media/image41.png"/><Relationship Id="rId4" Type="http://schemas.openxmlformats.org/officeDocument/2006/relationships/image" Target="../media/image8.svg"/><Relationship Id="rId9" Type="http://schemas.openxmlformats.org/officeDocument/2006/relationships/image" Target="../media/image40.svg"/><Relationship Id="rId14" Type="http://schemas.openxmlformats.org/officeDocument/2006/relationships/image" Target="../media/image45.png"/></Relationships>
</file>

<file path=ppt/slides/_rels/slide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46.jpe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49.png"/><Relationship Id="rId3" Type="http://schemas.openxmlformats.org/officeDocument/2006/relationships/image" Target="../media/image5.png"/><Relationship Id="rId7" Type="http://schemas.openxmlformats.org/officeDocument/2006/relationships/diagramQuickStyle" Target="../diagrams/quickStyle1.xml"/><Relationship Id="rId12" Type="http://schemas.openxmlformats.org/officeDocument/2006/relationships/image" Target="../media/image48.sv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Layout" Target="../diagrams/layout1.xml"/><Relationship Id="rId11" Type="http://schemas.openxmlformats.org/officeDocument/2006/relationships/image" Target="../media/image47.png"/><Relationship Id="rId5" Type="http://schemas.openxmlformats.org/officeDocument/2006/relationships/diagramData" Target="../diagrams/data1.xml"/><Relationship Id="rId10" Type="http://schemas.openxmlformats.org/officeDocument/2006/relationships/image" Target="../media/image31.jpeg"/><Relationship Id="rId4" Type="http://schemas.openxmlformats.org/officeDocument/2006/relationships/image" Target="../media/image6.svg"/><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pour une image  1">
            <a:extLst>
              <a:ext uri="{FF2B5EF4-FFF2-40B4-BE49-F238E27FC236}">
                <a16:creationId xmlns:a16="http://schemas.microsoft.com/office/drawing/2014/main" id="{181639EE-7EAB-3205-2E93-E10E5000FD0C}"/>
              </a:ext>
            </a:extLst>
          </p:cNvPr>
          <p:cNvSpPr>
            <a:spLocks noGrp="1"/>
          </p:cNvSpPr>
          <p:nvPr>
            <p:ph type="pic" sz="quarter" idx="13"/>
          </p:nvPr>
        </p:nvSpPr>
        <p:spPr/>
        <p:txBody>
          <a:bodyPr/>
          <a:lstStyle/>
          <a:p>
            <a:endParaRPr lang="fr-FR"/>
          </a:p>
        </p:txBody>
      </p:sp>
      <p:sp>
        <p:nvSpPr>
          <p:cNvPr id="3" name="Titre 2">
            <a:extLst>
              <a:ext uri="{FF2B5EF4-FFF2-40B4-BE49-F238E27FC236}">
                <a16:creationId xmlns:a16="http://schemas.microsoft.com/office/drawing/2014/main" id="{A0A36B49-3E6A-1F81-19D7-E56187CFB98B}"/>
              </a:ext>
            </a:extLst>
          </p:cNvPr>
          <p:cNvSpPr>
            <a:spLocks noGrp="1"/>
          </p:cNvSpPr>
          <p:nvPr>
            <p:ph type="title"/>
          </p:nvPr>
        </p:nvSpPr>
        <p:spPr>
          <a:xfrm>
            <a:off x="553591" y="4080395"/>
            <a:ext cx="3291899" cy="2658607"/>
          </a:xfrm>
        </p:spPr>
        <p:txBody>
          <a:bodyPr/>
          <a:lstStyle/>
          <a:p>
            <a:pPr marL="114300"/>
            <a:r>
              <a:rPr lang="fr-FR" sz="2000" b="0" dirty="0"/>
              <a:t>Introduire la notion de marché de l’énergie</a:t>
            </a:r>
          </a:p>
        </p:txBody>
      </p:sp>
      <p:sp>
        <p:nvSpPr>
          <p:cNvPr id="4" name="Espace réservé du texte 3">
            <a:extLst>
              <a:ext uri="{FF2B5EF4-FFF2-40B4-BE49-F238E27FC236}">
                <a16:creationId xmlns:a16="http://schemas.microsoft.com/office/drawing/2014/main" id="{C3E15AE3-C690-CEC1-408D-7E35F3C59D50}"/>
              </a:ext>
            </a:extLst>
          </p:cNvPr>
          <p:cNvSpPr>
            <a:spLocks noGrp="1"/>
          </p:cNvSpPr>
          <p:nvPr>
            <p:ph type="body" sz="quarter" idx="11"/>
          </p:nvPr>
        </p:nvSpPr>
        <p:spPr/>
        <p:txBody>
          <a:bodyPr/>
          <a:lstStyle/>
          <a:p>
            <a:r>
              <a:rPr lang="fr-FR" dirty="0"/>
              <a:t>Objectifs :</a:t>
            </a:r>
          </a:p>
        </p:txBody>
      </p:sp>
      <p:sp>
        <p:nvSpPr>
          <p:cNvPr id="5" name="Titre 1">
            <a:extLst>
              <a:ext uri="{FF2B5EF4-FFF2-40B4-BE49-F238E27FC236}">
                <a16:creationId xmlns:a16="http://schemas.microsoft.com/office/drawing/2014/main" id="{A05FA7BB-14FB-A392-9740-4FA6DB2AB820}"/>
              </a:ext>
            </a:extLst>
          </p:cNvPr>
          <p:cNvSpPr txBox="1">
            <a:spLocks/>
          </p:cNvSpPr>
          <p:nvPr/>
        </p:nvSpPr>
        <p:spPr>
          <a:xfrm>
            <a:off x="5295373" y="728865"/>
            <a:ext cx="5877050" cy="1616203"/>
          </a:xfrm>
          <a:prstGeom prst="rect">
            <a:avLst/>
          </a:prstGeom>
        </p:spPr>
        <p:txBody>
          <a:bodyPr vert="horz" lIns="91440" tIns="45720" rIns="91440" bIns="45720" rtlCol="0" anchor="b" anchorCtr="0">
            <a:normAutofit fontScale="92500"/>
          </a:bodyPr>
          <a:lstStyle>
            <a:lvl1pPr algn="l" defTabSz="914400" rtl="0" eaLnBrk="1" latinLnBrk="0" hangingPunct="1">
              <a:lnSpc>
                <a:spcPct val="90000"/>
              </a:lnSpc>
              <a:spcBef>
                <a:spcPct val="0"/>
              </a:spcBef>
              <a:buNone/>
              <a:defRPr sz="4800" b="1" i="0" kern="1200" cap="none" baseline="0">
                <a:solidFill>
                  <a:schemeClr val="bg1"/>
                </a:solidFill>
                <a:highlight>
                  <a:srgbClr val="FF4610"/>
                </a:highlight>
                <a:latin typeface="Calibri" panose="020F0502020204030204" pitchFamily="34" charset="0"/>
                <a:ea typeface="+mj-ea"/>
                <a:cs typeface="Calibri" panose="020F0502020204030204" pitchFamily="34" charset="0"/>
              </a:defRPr>
            </a:lvl1pPr>
          </a:lstStyle>
          <a:p>
            <a:r>
              <a:rPr lang="fr-FR" dirty="0"/>
              <a:t>Cours d’introduction :</a:t>
            </a:r>
          </a:p>
          <a:p>
            <a:r>
              <a:rPr lang="fr-FR" dirty="0"/>
              <a:t>Le Marché de l’énergie</a:t>
            </a:r>
          </a:p>
        </p:txBody>
      </p:sp>
      <p:sp>
        <p:nvSpPr>
          <p:cNvPr id="7" name="Sous-titre 2">
            <a:extLst>
              <a:ext uri="{FF2B5EF4-FFF2-40B4-BE49-F238E27FC236}">
                <a16:creationId xmlns:a16="http://schemas.microsoft.com/office/drawing/2014/main" id="{4BABB5FB-6382-CC42-0344-ED0008505498}"/>
              </a:ext>
            </a:extLst>
          </p:cNvPr>
          <p:cNvSpPr txBox="1">
            <a:spLocks/>
          </p:cNvSpPr>
          <p:nvPr/>
        </p:nvSpPr>
        <p:spPr>
          <a:xfrm>
            <a:off x="993749" y="4139033"/>
            <a:ext cx="5877050" cy="344783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spc="3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2000" b="1" i="0" kern="1200" spc="3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2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2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80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28600">
              <a:buFont typeface="Arial" panose="020B0604020202020204" pitchFamily="34" charset="0"/>
              <a:buChar char="•"/>
            </a:pPr>
            <a:endParaRPr lang="fr-FR" dirty="0"/>
          </a:p>
        </p:txBody>
      </p:sp>
      <p:sp>
        <p:nvSpPr>
          <p:cNvPr id="9" name="Espace réservé du numéro de diapositive 10">
            <a:extLst>
              <a:ext uri="{FF2B5EF4-FFF2-40B4-BE49-F238E27FC236}">
                <a16:creationId xmlns:a16="http://schemas.microsoft.com/office/drawing/2014/main" id="{427CE2F1-24E6-CBD7-5E01-EF30CF4DBCD7}"/>
              </a:ext>
            </a:extLst>
          </p:cNvPr>
          <p:cNvSpPr txBox="1">
            <a:spLocks/>
          </p:cNvSpPr>
          <p:nvPr/>
        </p:nvSpPr>
        <p:spPr>
          <a:xfrm>
            <a:off x="8697911" y="6356350"/>
            <a:ext cx="2982811" cy="365125"/>
          </a:xfrm>
          <a:prstGeom prst="rect">
            <a:avLst/>
          </a:prstGeom>
        </p:spPr>
        <p:txBody>
          <a:bodyPr vert="horz" lIns="91440" tIns="45720" rIns="91440" bIns="45720" rtlCol="0" anchor="ctr"/>
          <a:lstStyle>
            <a:defPPr>
              <a:defRPr lang="fr-FR"/>
            </a:defPPr>
            <a:lvl1pPr algn="r">
              <a:defRPr sz="1050">
                <a:solidFill>
                  <a:schemeClr val="tx1">
                    <a:lumMod val="5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246C36-D02A-478A-A2B1-30A38C36882C}" type="slidenum">
              <a:rPr lang="fr-FR"/>
              <a:pPr/>
              <a:t>1</a:t>
            </a:fld>
            <a:endParaRPr lang="fr-FR" dirty="0"/>
          </a:p>
        </p:txBody>
      </p:sp>
      <p:pic>
        <p:nvPicPr>
          <p:cNvPr id="2052" name="Picture 4" descr="Marché de l'énergie : définition et fonctionnement - Opéra Energie">
            <a:extLst>
              <a:ext uri="{FF2B5EF4-FFF2-40B4-BE49-F238E27FC236}">
                <a16:creationId xmlns:a16="http://schemas.microsoft.com/office/drawing/2014/main" id="{DA85FB00-C891-92AB-5430-68581D98C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036997"/>
            <a:ext cx="4716916" cy="3138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3454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3198B-4C73-2BE3-07B2-2A9CF431C3AA}"/>
            </a:ext>
          </a:extLst>
        </p:cNvPr>
        <p:cNvGrpSpPr/>
        <p:nvPr/>
      </p:nvGrpSpPr>
      <p:grpSpPr>
        <a:xfrm>
          <a:off x="0" y="0"/>
          <a:ext cx="0" cy="0"/>
          <a:chOff x="0" y="0"/>
          <a:chExt cx="0" cy="0"/>
        </a:xfrm>
      </p:grpSpPr>
      <p:sp>
        <p:nvSpPr>
          <p:cNvPr id="7" name="Titre 1">
            <a:extLst>
              <a:ext uri="{FF2B5EF4-FFF2-40B4-BE49-F238E27FC236}">
                <a16:creationId xmlns:a16="http://schemas.microsoft.com/office/drawing/2014/main" id="{E6D0CC02-EDB7-73B1-0A7B-4F8D86A9EB68}"/>
              </a:ext>
            </a:extLst>
          </p:cNvPr>
          <p:cNvSpPr txBox="1">
            <a:spLocks/>
          </p:cNvSpPr>
          <p:nvPr/>
        </p:nvSpPr>
        <p:spPr>
          <a:xfrm>
            <a:off x="8330710" y="4758963"/>
            <a:ext cx="2192385" cy="1161417"/>
          </a:xfrm>
          <a:prstGeom prst="rect">
            <a:avLst/>
          </a:prstGeom>
          <a:solidFill>
            <a:schemeClr val="bg1"/>
          </a:solidFill>
        </p:spPr>
        <p:txBody>
          <a:bodyPr vert="horz" lIns="0" tIns="0" rIns="0" bIns="0" rtlCol="0" anchor="ctr" anchorCtr="0">
            <a:noAutofit/>
          </a:bodyPr>
          <a:lstStyle>
            <a:lvl1pPr algn="ctr" defTabSz="914400" rtl="0" eaLnBrk="1" latinLnBrk="0" hangingPunct="1">
              <a:lnSpc>
                <a:spcPct val="90000"/>
              </a:lnSpc>
              <a:spcBef>
                <a:spcPct val="0"/>
              </a:spcBef>
              <a:buNone/>
              <a:defRPr sz="3000" b="1" i="0" kern="1200" cap="all" baseline="0">
                <a:solidFill>
                  <a:schemeClr val="tx1"/>
                </a:solidFill>
                <a:latin typeface="Calibri" panose="020F0502020204030204" pitchFamily="34" charset="0"/>
                <a:ea typeface="+mj-ea"/>
                <a:cs typeface="Calibri" panose="020F0502020204030204" pitchFamily="34" charset="0"/>
              </a:defRPr>
            </a:lvl1pPr>
          </a:lstStyle>
          <a:p>
            <a:pPr lvl="0">
              <a:lnSpc>
                <a:spcPct val="100000"/>
              </a:lnSpc>
            </a:pPr>
            <a:r>
              <a:rPr lang="fr-FR" sz="2000" dirty="0"/>
              <a:t>Synthèse et lien avec la séance suivante</a:t>
            </a:r>
          </a:p>
        </p:txBody>
      </p:sp>
      <p:sp>
        <p:nvSpPr>
          <p:cNvPr id="2" name="Titre 1">
            <a:extLst>
              <a:ext uri="{FF2B5EF4-FFF2-40B4-BE49-F238E27FC236}">
                <a16:creationId xmlns:a16="http://schemas.microsoft.com/office/drawing/2014/main" id="{DADC935F-4B2D-D05B-F423-8E01C8962D8E}"/>
              </a:ext>
            </a:extLst>
          </p:cNvPr>
          <p:cNvSpPr>
            <a:spLocks noGrp="1"/>
          </p:cNvSpPr>
          <p:nvPr>
            <p:ph type="title"/>
          </p:nvPr>
        </p:nvSpPr>
        <p:spPr>
          <a:xfrm>
            <a:off x="3011137" y="2387057"/>
            <a:ext cx="2192385" cy="1161417"/>
          </a:xfrm>
          <a:solidFill>
            <a:schemeClr val="bg1"/>
          </a:solidFill>
        </p:spPr>
        <p:txBody>
          <a:bodyPr anchor="ctr" anchorCtr="0"/>
          <a:lstStyle/>
          <a:p>
            <a:pPr marL="0" lvl="0" indent="0">
              <a:lnSpc>
                <a:spcPct val="100000"/>
              </a:lnSpc>
              <a:buNone/>
            </a:pPr>
            <a:r>
              <a:rPr lang="fr-FR" sz="2000" dirty="0"/>
              <a:t>Qu’est-ce qu’un marché de l’énergie ?</a:t>
            </a:r>
          </a:p>
        </p:txBody>
      </p:sp>
      <p:sp>
        <p:nvSpPr>
          <p:cNvPr id="22" name="Titre 1">
            <a:extLst>
              <a:ext uri="{FF2B5EF4-FFF2-40B4-BE49-F238E27FC236}">
                <a16:creationId xmlns:a16="http://schemas.microsoft.com/office/drawing/2014/main" id="{2EDA29FD-A85B-8646-F714-A68CB96EBAF0}"/>
              </a:ext>
            </a:extLst>
          </p:cNvPr>
          <p:cNvSpPr txBox="1">
            <a:spLocks/>
          </p:cNvSpPr>
          <p:nvPr/>
        </p:nvSpPr>
        <p:spPr>
          <a:xfrm>
            <a:off x="3072064" y="4671513"/>
            <a:ext cx="2192385" cy="1161417"/>
          </a:xfrm>
          <a:prstGeom prst="rect">
            <a:avLst/>
          </a:prstGeom>
          <a:solidFill>
            <a:schemeClr val="bg1"/>
          </a:solidFill>
        </p:spPr>
        <p:txBody>
          <a:bodyPr vert="horz" lIns="0" tIns="0" rIns="0" bIns="0" rtlCol="0" anchor="ctr" anchorCtr="0">
            <a:noAutofit/>
          </a:bodyPr>
          <a:lstStyle>
            <a:lvl1pPr algn="ctr" defTabSz="914400" rtl="0" eaLnBrk="1" latinLnBrk="0" hangingPunct="1">
              <a:lnSpc>
                <a:spcPct val="90000"/>
              </a:lnSpc>
              <a:spcBef>
                <a:spcPct val="0"/>
              </a:spcBef>
              <a:buNone/>
              <a:defRPr sz="3000" b="1" i="0" kern="1200" cap="all" baseline="0">
                <a:solidFill>
                  <a:schemeClr val="tx1"/>
                </a:solidFill>
                <a:latin typeface="Calibri" panose="020F0502020204030204" pitchFamily="34" charset="0"/>
                <a:ea typeface="+mj-ea"/>
                <a:cs typeface="Calibri" panose="020F0502020204030204" pitchFamily="34" charset="0"/>
              </a:defRPr>
            </a:lvl1pPr>
          </a:lstStyle>
          <a:p>
            <a:pPr lvl="0">
              <a:lnSpc>
                <a:spcPct val="100000"/>
              </a:lnSpc>
            </a:pPr>
            <a:r>
              <a:rPr lang="fr-FR" sz="2000" dirty="0"/>
              <a:t>Le rôle de l’État et de la régulation</a:t>
            </a:r>
          </a:p>
        </p:txBody>
      </p:sp>
      <p:sp>
        <p:nvSpPr>
          <p:cNvPr id="23" name="Titre 1">
            <a:extLst>
              <a:ext uri="{FF2B5EF4-FFF2-40B4-BE49-F238E27FC236}">
                <a16:creationId xmlns:a16="http://schemas.microsoft.com/office/drawing/2014/main" id="{70F329AA-78F2-5BD0-1D32-45D3A60AF1E5}"/>
              </a:ext>
            </a:extLst>
          </p:cNvPr>
          <p:cNvSpPr txBox="1">
            <a:spLocks/>
          </p:cNvSpPr>
          <p:nvPr/>
        </p:nvSpPr>
        <p:spPr>
          <a:xfrm>
            <a:off x="5600765" y="4758963"/>
            <a:ext cx="2510886" cy="1161417"/>
          </a:xfrm>
          <a:prstGeom prst="rect">
            <a:avLst/>
          </a:prstGeom>
          <a:solidFill>
            <a:schemeClr val="bg1"/>
          </a:solidFill>
        </p:spPr>
        <p:txBody>
          <a:bodyPr vert="horz" lIns="0" tIns="0" rIns="0" bIns="0" rtlCol="0" anchor="ctr" anchorCtr="0">
            <a:noAutofit/>
          </a:bodyPr>
          <a:lstStyle>
            <a:lvl1pPr algn="ctr" defTabSz="914400" rtl="0" eaLnBrk="1" latinLnBrk="0" hangingPunct="1">
              <a:lnSpc>
                <a:spcPct val="90000"/>
              </a:lnSpc>
              <a:spcBef>
                <a:spcPct val="0"/>
              </a:spcBef>
              <a:buNone/>
              <a:defRPr sz="3000" b="1" i="0" kern="1200" cap="all" baseline="0">
                <a:solidFill>
                  <a:schemeClr val="tx1"/>
                </a:solidFill>
                <a:latin typeface="Calibri" panose="020F0502020204030204" pitchFamily="34" charset="0"/>
                <a:ea typeface="+mj-ea"/>
                <a:cs typeface="Calibri" panose="020F0502020204030204" pitchFamily="34" charset="0"/>
              </a:defRPr>
            </a:lvl1pPr>
          </a:lstStyle>
          <a:p>
            <a:pPr lvl="0">
              <a:lnSpc>
                <a:spcPct val="100000"/>
              </a:lnSpc>
            </a:pPr>
            <a:r>
              <a:rPr lang="fr-FR" sz="2000" dirty="0"/>
              <a:t>Les enjeux actuels : prix, transition, sécurité</a:t>
            </a:r>
          </a:p>
        </p:txBody>
      </p:sp>
      <p:sp>
        <p:nvSpPr>
          <p:cNvPr id="4" name="Titre 1">
            <a:extLst>
              <a:ext uri="{FF2B5EF4-FFF2-40B4-BE49-F238E27FC236}">
                <a16:creationId xmlns:a16="http://schemas.microsoft.com/office/drawing/2014/main" id="{4406262F-D46A-F769-F93F-194D579FF505}"/>
              </a:ext>
            </a:extLst>
          </p:cNvPr>
          <p:cNvSpPr txBox="1">
            <a:spLocks/>
          </p:cNvSpPr>
          <p:nvPr/>
        </p:nvSpPr>
        <p:spPr>
          <a:xfrm>
            <a:off x="8330711" y="2359826"/>
            <a:ext cx="2192385" cy="1161417"/>
          </a:xfrm>
          <a:prstGeom prst="rect">
            <a:avLst/>
          </a:prstGeom>
          <a:solidFill>
            <a:schemeClr val="bg1"/>
          </a:solidFill>
        </p:spPr>
        <p:txBody>
          <a:bodyPr vert="horz" lIns="0" tIns="0" rIns="0" bIns="0" rtlCol="0" anchor="ctr" anchorCtr="0">
            <a:noAutofit/>
          </a:bodyPr>
          <a:lstStyle>
            <a:lvl1pPr algn="ctr" defTabSz="914400" rtl="0" eaLnBrk="1" latinLnBrk="0" hangingPunct="1">
              <a:lnSpc>
                <a:spcPct val="90000"/>
              </a:lnSpc>
              <a:spcBef>
                <a:spcPct val="0"/>
              </a:spcBef>
              <a:buNone/>
              <a:defRPr sz="3000" b="1" i="0" kern="1200" cap="all" baseline="0">
                <a:solidFill>
                  <a:schemeClr val="tx1"/>
                </a:solidFill>
                <a:latin typeface="Calibri" panose="020F0502020204030204" pitchFamily="34" charset="0"/>
                <a:ea typeface="+mj-ea"/>
                <a:cs typeface="Calibri" panose="020F0502020204030204" pitchFamily="34" charset="0"/>
              </a:defRPr>
            </a:lvl1pPr>
          </a:lstStyle>
          <a:p>
            <a:pPr lvl="0">
              <a:lnSpc>
                <a:spcPct val="100000"/>
              </a:lnSpc>
            </a:pPr>
            <a:r>
              <a:rPr lang="fr-FR" sz="2000" dirty="0"/>
              <a:t>Les acteurs du système énergétique</a:t>
            </a:r>
          </a:p>
        </p:txBody>
      </p:sp>
      <p:sp>
        <p:nvSpPr>
          <p:cNvPr id="3" name="Titre 1">
            <a:extLst>
              <a:ext uri="{FF2B5EF4-FFF2-40B4-BE49-F238E27FC236}">
                <a16:creationId xmlns:a16="http://schemas.microsoft.com/office/drawing/2014/main" id="{887A3485-E720-5CBF-B4B6-9927B4138552}"/>
              </a:ext>
            </a:extLst>
          </p:cNvPr>
          <p:cNvSpPr txBox="1">
            <a:spLocks/>
          </p:cNvSpPr>
          <p:nvPr/>
        </p:nvSpPr>
        <p:spPr>
          <a:xfrm>
            <a:off x="5304342" y="2403551"/>
            <a:ext cx="2925549" cy="1161417"/>
          </a:xfrm>
          <a:prstGeom prst="rect">
            <a:avLst/>
          </a:prstGeom>
          <a:solidFill>
            <a:schemeClr val="bg1"/>
          </a:solidFill>
        </p:spPr>
        <p:txBody>
          <a:bodyPr vert="horz" lIns="0" tIns="0" rIns="0" bIns="0" rtlCol="0" anchor="ctr" anchorCtr="0">
            <a:noAutofit/>
          </a:bodyPr>
          <a:lstStyle>
            <a:lvl1pPr algn="ctr" defTabSz="914400" rtl="0" eaLnBrk="1" latinLnBrk="0" hangingPunct="1">
              <a:lnSpc>
                <a:spcPct val="90000"/>
              </a:lnSpc>
              <a:spcBef>
                <a:spcPct val="0"/>
              </a:spcBef>
              <a:buNone/>
              <a:defRPr sz="3000" b="1" i="0" kern="1200" cap="all" baseline="0">
                <a:solidFill>
                  <a:schemeClr val="tx1"/>
                </a:solidFill>
                <a:latin typeface="Calibri" panose="020F0502020204030204" pitchFamily="34" charset="0"/>
                <a:ea typeface="+mj-ea"/>
                <a:cs typeface="Calibri" panose="020F0502020204030204" pitchFamily="34" charset="0"/>
              </a:defRPr>
            </a:lvl1pPr>
          </a:lstStyle>
          <a:p>
            <a:pPr lvl="0">
              <a:lnSpc>
                <a:spcPct val="100000"/>
              </a:lnSpc>
            </a:pPr>
            <a:r>
              <a:rPr lang="fr-FR" sz="2000" dirty="0"/>
              <a:t>L’évolution du secteur : de monopole à marché ouvert</a:t>
            </a:r>
          </a:p>
        </p:txBody>
      </p:sp>
      <p:pic>
        <p:nvPicPr>
          <p:cNvPr id="6" name="Graphique 5">
            <a:extLst>
              <a:ext uri="{FF2B5EF4-FFF2-40B4-BE49-F238E27FC236}">
                <a16:creationId xmlns:a16="http://schemas.microsoft.com/office/drawing/2014/main" id="{2663C608-528A-5E16-68E0-A98D62AF9F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42253" y="1209557"/>
            <a:ext cx="686440" cy="1161418"/>
          </a:xfrm>
          <a:prstGeom prst="rect">
            <a:avLst/>
          </a:prstGeom>
        </p:spPr>
      </p:pic>
      <p:pic>
        <p:nvPicPr>
          <p:cNvPr id="8" name="Graphique 7">
            <a:extLst>
              <a:ext uri="{FF2B5EF4-FFF2-40B4-BE49-F238E27FC236}">
                <a16:creationId xmlns:a16="http://schemas.microsoft.com/office/drawing/2014/main" id="{94FE8155-8B6A-D855-AB01-83E4D04DBF5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6332" y="1209558"/>
            <a:ext cx="959714" cy="1161417"/>
          </a:xfrm>
          <a:prstGeom prst="rect">
            <a:avLst/>
          </a:prstGeom>
        </p:spPr>
      </p:pic>
      <p:pic>
        <p:nvPicPr>
          <p:cNvPr id="10" name="Graphique 9">
            <a:extLst>
              <a:ext uri="{FF2B5EF4-FFF2-40B4-BE49-F238E27FC236}">
                <a16:creationId xmlns:a16="http://schemas.microsoft.com/office/drawing/2014/main" id="{3A5E9459-7D77-1A0C-F294-889B8CAAAA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58433" y="1209557"/>
            <a:ext cx="936942" cy="1161418"/>
          </a:xfrm>
          <a:prstGeom prst="rect">
            <a:avLst/>
          </a:prstGeom>
        </p:spPr>
      </p:pic>
      <p:pic>
        <p:nvPicPr>
          <p:cNvPr id="12" name="Graphique 11">
            <a:extLst>
              <a:ext uri="{FF2B5EF4-FFF2-40B4-BE49-F238E27FC236}">
                <a16:creationId xmlns:a16="http://schemas.microsoft.com/office/drawing/2014/main" id="{83292277-B390-1AE2-C310-5DD46426325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65692" y="3663071"/>
            <a:ext cx="1161418" cy="1161418"/>
          </a:xfrm>
          <a:prstGeom prst="rect">
            <a:avLst/>
          </a:prstGeom>
        </p:spPr>
      </p:pic>
      <p:pic>
        <p:nvPicPr>
          <p:cNvPr id="14" name="Graphique 13">
            <a:extLst>
              <a:ext uri="{FF2B5EF4-FFF2-40B4-BE49-F238E27FC236}">
                <a16:creationId xmlns:a16="http://schemas.microsoft.com/office/drawing/2014/main" id="{3067046E-A654-50FC-F45A-3F75B04244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57980" y="3663071"/>
            <a:ext cx="1018274" cy="1161418"/>
          </a:xfrm>
          <a:prstGeom prst="rect">
            <a:avLst/>
          </a:prstGeom>
        </p:spPr>
      </p:pic>
      <p:pic>
        <p:nvPicPr>
          <p:cNvPr id="5" name="Graphique 4">
            <a:extLst>
              <a:ext uri="{FF2B5EF4-FFF2-40B4-BE49-F238E27FC236}">
                <a16:creationId xmlns:a16="http://schemas.microsoft.com/office/drawing/2014/main" id="{E900863C-F297-4163-CF60-5DF671A10A3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47047" y="3663071"/>
            <a:ext cx="959714" cy="1161417"/>
          </a:xfrm>
          <a:prstGeom prst="rect">
            <a:avLst/>
          </a:prstGeom>
        </p:spPr>
      </p:pic>
      <p:sp>
        <p:nvSpPr>
          <p:cNvPr id="9" name="Espace réservé du numéro de diapositive 10">
            <a:extLst>
              <a:ext uri="{FF2B5EF4-FFF2-40B4-BE49-F238E27FC236}">
                <a16:creationId xmlns:a16="http://schemas.microsoft.com/office/drawing/2014/main" id="{85113AD8-20E7-1564-1A1E-04AE8F039D27}"/>
              </a:ext>
            </a:extLst>
          </p:cNvPr>
          <p:cNvSpPr txBox="1">
            <a:spLocks/>
          </p:cNvSpPr>
          <p:nvPr/>
        </p:nvSpPr>
        <p:spPr>
          <a:xfrm>
            <a:off x="8697911" y="6356350"/>
            <a:ext cx="2982811" cy="365125"/>
          </a:xfrm>
          <a:prstGeom prst="rect">
            <a:avLst/>
          </a:prstGeom>
        </p:spPr>
        <p:txBody>
          <a:bodyPr vert="horz" lIns="91440" tIns="45720" rIns="91440" bIns="45720" rtlCol="0" anchor="ctr"/>
          <a:lstStyle>
            <a:defPPr>
              <a:defRPr lang="fr-FR"/>
            </a:defPPr>
            <a:lvl1pPr algn="r">
              <a:defRPr sz="1050">
                <a:solidFill>
                  <a:schemeClr val="bg1"/>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246C36-D02A-478A-A2B1-30A38C36882C}" type="slidenum">
              <a:rPr lang="fr-FR">
                <a:solidFill>
                  <a:schemeClr val="tx1">
                    <a:lumMod val="50000"/>
                  </a:schemeClr>
                </a:solidFill>
              </a:rPr>
              <a:pPr/>
              <a:t>2</a:t>
            </a:fld>
            <a:endParaRPr lang="fr-FR" dirty="0">
              <a:solidFill>
                <a:schemeClr val="tx1">
                  <a:lumMod val="50000"/>
                </a:schemeClr>
              </a:solidFill>
            </a:endParaRPr>
          </a:p>
        </p:txBody>
      </p:sp>
    </p:spTree>
    <p:extLst>
      <p:ext uri="{BB962C8B-B14F-4D97-AF65-F5344CB8AC3E}">
        <p14:creationId xmlns:p14="http://schemas.microsoft.com/office/powerpoint/2010/main" val="8417179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A750865-48C6-ED0A-A0FA-BF5B6E3F68AB}"/>
              </a:ext>
            </a:extLst>
          </p:cNvPr>
          <p:cNvSpPr>
            <a:spLocks noGrp="1"/>
          </p:cNvSpPr>
          <p:nvPr>
            <p:ph type="title"/>
          </p:nvPr>
        </p:nvSpPr>
        <p:spPr>
          <a:xfrm>
            <a:off x="3052478" y="498338"/>
            <a:ext cx="8459343" cy="2875237"/>
          </a:xfrm>
        </p:spPr>
        <p:txBody>
          <a:bodyPr/>
          <a:lstStyle/>
          <a:p>
            <a:r>
              <a:rPr lang="fr-FR" sz="5400" dirty="0"/>
              <a:t>Qu’est-ce qu’un marché de l’énergie ?</a:t>
            </a:r>
            <a:endParaRPr lang="fr-FR" dirty="0"/>
          </a:p>
        </p:txBody>
      </p:sp>
      <p:pic>
        <p:nvPicPr>
          <p:cNvPr id="4" name="Graphique 3">
            <a:extLst>
              <a:ext uri="{FF2B5EF4-FFF2-40B4-BE49-F238E27FC236}">
                <a16:creationId xmlns:a16="http://schemas.microsoft.com/office/drawing/2014/main" id="{F24A35A2-DA79-774C-9DA7-49506BCA19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0966" y="3871913"/>
            <a:ext cx="2029626" cy="3434012"/>
          </a:xfrm>
          <a:prstGeom prst="rect">
            <a:avLst/>
          </a:prstGeom>
        </p:spPr>
      </p:pic>
      <p:sp>
        <p:nvSpPr>
          <p:cNvPr id="8" name="ZoneTexte 7">
            <a:extLst>
              <a:ext uri="{FF2B5EF4-FFF2-40B4-BE49-F238E27FC236}">
                <a16:creationId xmlns:a16="http://schemas.microsoft.com/office/drawing/2014/main" id="{54C0152D-6633-2363-97C8-63A5A081EA89}"/>
              </a:ext>
            </a:extLst>
          </p:cNvPr>
          <p:cNvSpPr txBox="1"/>
          <p:nvPr/>
        </p:nvSpPr>
        <p:spPr>
          <a:xfrm>
            <a:off x="1497318" y="3898414"/>
            <a:ext cx="10014503" cy="2246769"/>
          </a:xfrm>
          <a:prstGeom prst="rect">
            <a:avLst/>
          </a:prstGeom>
          <a:noFill/>
        </p:spPr>
        <p:txBody>
          <a:bodyPr wrap="square">
            <a:spAutoFit/>
          </a:bodyPr>
          <a:lstStyle/>
          <a:p>
            <a:pPr lvl="0"/>
            <a:r>
              <a:rPr lang="fr-FR" sz="2000" dirty="0"/>
              <a:t>Un marché de l’énergie est :</a:t>
            </a:r>
          </a:p>
          <a:p>
            <a:pPr marL="342900" lvl="0" indent="-342900">
              <a:buFont typeface="Arial" panose="020B0604020202020204" pitchFamily="34" charset="0"/>
              <a:buChar char="•"/>
            </a:pPr>
            <a:r>
              <a:rPr lang="fr-FR" sz="2000" dirty="0"/>
              <a:t>un système d’échanges.</a:t>
            </a:r>
          </a:p>
          <a:p>
            <a:pPr marL="342900" lvl="0" indent="-342900">
              <a:buFont typeface="Arial" panose="020B0604020202020204" pitchFamily="34" charset="0"/>
              <a:buChar char="•"/>
            </a:pPr>
            <a:r>
              <a:rPr lang="fr-FR" sz="2000" dirty="0"/>
              <a:t>a une production en temps réel.</a:t>
            </a:r>
          </a:p>
          <a:p>
            <a:pPr lvl="0"/>
            <a:endParaRPr lang="fr-FR" sz="2000" dirty="0"/>
          </a:p>
          <a:p>
            <a:pPr lvl="0"/>
            <a:r>
              <a:rPr lang="fr-FR" sz="2000" dirty="0"/>
              <a:t>Le marché de l’énergie combine :</a:t>
            </a:r>
          </a:p>
          <a:p>
            <a:pPr marL="342900" lvl="0" indent="-342900">
              <a:buFont typeface="Arial" panose="020B0604020202020204" pitchFamily="34" charset="0"/>
              <a:buChar char="•"/>
            </a:pPr>
            <a:r>
              <a:rPr lang="fr-FR" sz="2000" dirty="0"/>
              <a:t>des flux physiques (production → transport → consommation)</a:t>
            </a:r>
          </a:p>
          <a:p>
            <a:pPr marL="342900" lvl="0" indent="-342900">
              <a:buFont typeface="Arial" panose="020B0604020202020204" pitchFamily="34" charset="0"/>
              <a:buChar char="•"/>
            </a:pPr>
            <a:r>
              <a:rPr lang="fr-FR" sz="2000" dirty="0"/>
              <a:t>des flux économiques (prix, contrats, taxes, régulation)</a:t>
            </a:r>
          </a:p>
        </p:txBody>
      </p:sp>
      <p:pic>
        <p:nvPicPr>
          <p:cNvPr id="10" name="Picture 4">
            <a:extLst>
              <a:ext uri="{FF2B5EF4-FFF2-40B4-BE49-F238E27FC236}">
                <a16:creationId xmlns:a16="http://schemas.microsoft.com/office/drawing/2014/main" id="{F1C5FBF0-514A-BFAC-8A41-F5B104C3D8D6}"/>
              </a:ext>
            </a:extLst>
          </p:cNvPr>
          <p:cNvPicPr>
            <a:picLocks noChangeAspect="1"/>
          </p:cNvPicPr>
          <p:nvPr/>
        </p:nvPicPr>
        <p:blipFill rotWithShape="1">
          <a:blip r:embed="rId5">
            <a:extLst>
              <a:ext uri="{28A0092B-C50C-407E-A947-70E740481C1C}">
                <a14:useLocalDpi xmlns:a14="http://schemas.microsoft.com/office/drawing/2010/main" val="0"/>
              </a:ext>
            </a:extLst>
          </a:blip>
          <a:srcRect t="15619" b="17721"/>
          <a:stretch>
            <a:fillRect/>
          </a:stretch>
        </p:blipFill>
        <p:spPr bwMode="auto">
          <a:xfrm>
            <a:off x="-33548" y="5981790"/>
            <a:ext cx="1323978" cy="882560"/>
          </a:xfrm>
          <a:prstGeom prst="rect">
            <a:avLst/>
          </a:prstGeom>
          <a:noFill/>
          <a:extLst>
            <a:ext uri="{909E8E84-426E-40DD-AFC4-6F175D3DCCD1}">
              <a14:hiddenFill xmlns:a14="http://schemas.microsoft.com/office/drawing/2010/main">
                <a:solidFill>
                  <a:srgbClr val="FFFFFF"/>
                </a:solidFill>
              </a14:hiddenFill>
            </a:ext>
          </a:extLst>
        </p:spPr>
      </p:pic>
      <p:sp>
        <p:nvSpPr>
          <p:cNvPr id="11" name="Espace réservé du numéro de diapositive 10">
            <a:extLst>
              <a:ext uri="{FF2B5EF4-FFF2-40B4-BE49-F238E27FC236}">
                <a16:creationId xmlns:a16="http://schemas.microsoft.com/office/drawing/2014/main" id="{7A6235DB-A401-7C13-245D-C02F11AF3A0F}"/>
              </a:ext>
            </a:extLst>
          </p:cNvPr>
          <p:cNvSpPr>
            <a:spLocks noGrp="1"/>
          </p:cNvSpPr>
          <p:nvPr>
            <p:ph type="sldNum" sz="quarter" idx="4"/>
          </p:nvPr>
        </p:nvSpPr>
        <p:spPr/>
        <p:txBody>
          <a:bodyPr/>
          <a:lstStyle/>
          <a:p>
            <a:fld id="{8F246C36-D02A-478A-A2B1-30A38C36882C}" type="slidenum">
              <a:rPr lang="fr-FR" smtClean="0"/>
              <a:pPr/>
              <a:t>3</a:t>
            </a:fld>
            <a:endParaRPr lang="fr-FR" dirty="0"/>
          </a:p>
        </p:txBody>
      </p:sp>
      <p:pic>
        <p:nvPicPr>
          <p:cNvPr id="2" name="Picture 20">
            <a:extLst>
              <a:ext uri="{FF2B5EF4-FFF2-40B4-BE49-F238E27FC236}">
                <a16:creationId xmlns:a16="http://schemas.microsoft.com/office/drawing/2014/main" id="{B6F00F93-7C9B-0C5C-D8BA-590034069546}"/>
              </a:ext>
            </a:extLst>
          </p:cNvPr>
          <p:cNvPicPr>
            <a:picLocks noChangeAspect="1"/>
          </p:cNvPicPr>
          <p:nvPr/>
        </p:nvPicPr>
        <p:blipFill>
          <a:blip r:embed="rId6"/>
          <a:stretch>
            <a:fillRect/>
          </a:stretch>
        </p:blipFill>
        <p:spPr>
          <a:xfrm>
            <a:off x="0" y="1360001"/>
            <a:ext cx="5535188" cy="2317810"/>
          </a:xfrm>
          <a:prstGeom prst="rect">
            <a:avLst/>
          </a:prstGeom>
          <a:noFill/>
          <a:ln cap="flat">
            <a:noFill/>
          </a:ln>
        </p:spPr>
      </p:pic>
    </p:spTree>
    <p:extLst>
      <p:ext uri="{BB962C8B-B14F-4D97-AF65-F5344CB8AC3E}">
        <p14:creationId xmlns:p14="http://schemas.microsoft.com/office/powerpoint/2010/main" val="6808665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7" descr="Une image contenant Bleu électrique, capture d’écran, bleu, cercle&#10;&#10;Le contenu généré par l’IA peut être incorrect.">
            <a:extLst>
              <a:ext uri="{FF2B5EF4-FFF2-40B4-BE49-F238E27FC236}">
                <a16:creationId xmlns:a16="http://schemas.microsoft.com/office/drawing/2014/main" id="{E8A446C1-C35F-2413-B05F-348C081728A1}"/>
              </a:ext>
            </a:extLst>
          </p:cNvPr>
          <p:cNvPicPr>
            <a:picLocks noChangeAspect="1"/>
          </p:cNvPicPr>
          <p:nvPr/>
        </p:nvPicPr>
        <p:blipFill>
          <a:blip r:embed="rId3"/>
          <a:stretch>
            <a:fillRect/>
          </a:stretch>
        </p:blipFill>
        <p:spPr>
          <a:xfrm>
            <a:off x="6576783" y="5439082"/>
            <a:ext cx="3587767" cy="747714"/>
          </a:xfrm>
          <a:prstGeom prst="rect">
            <a:avLst/>
          </a:prstGeom>
          <a:noFill/>
          <a:ln cap="flat">
            <a:noFill/>
          </a:ln>
        </p:spPr>
      </p:pic>
      <p:sp>
        <p:nvSpPr>
          <p:cNvPr id="3" name="Titre 2">
            <a:extLst>
              <a:ext uri="{FF2B5EF4-FFF2-40B4-BE49-F238E27FC236}">
                <a16:creationId xmlns:a16="http://schemas.microsoft.com/office/drawing/2014/main" id="{DCB06BD3-1DD7-4555-F358-44FF0CFBF853}"/>
              </a:ext>
            </a:extLst>
          </p:cNvPr>
          <p:cNvSpPr>
            <a:spLocks noGrp="1"/>
          </p:cNvSpPr>
          <p:nvPr>
            <p:ph type="title"/>
          </p:nvPr>
        </p:nvSpPr>
        <p:spPr>
          <a:xfrm>
            <a:off x="3005231" y="271266"/>
            <a:ext cx="8459343" cy="2875237"/>
          </a:xfrm>
        </p:spPr>
        <p:txBody>
          <a:bodyPr/>
          <a:lstStyle/>
          <a:p>
            <a:r>
              <a:rPr lang="fr-FR" sz="5400" dirty="0">
                <a:solidFill>
                  <a:schemeClr val="tx1"/>
                </a:solidFill>
              </a:rPr>
              <a:t>Évolution du secteur énergétique</a:t>
            </a:r>
            <a:endParaRPr lang="fr-FR" dirty="0"/>
          </a:p>
        </p:txBody>
      </p:sp>
      <p:pic>
        <p:nvPicPr>
          <p:cNvPr id="4" name="Graphique 3">
            <a:extLst>
              <a:ext uri="{FF2B5EF4-FFF2-40B4-BE49-F238E27FC236}">
                <a16:creationId xmlns:a16="http://schemas.microsoft.com/office/drawing/2014/main" id="{B3D3C079-46C6-6A32-C8E6-9AF521840B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25929" y="3928356"/>
            <a:ext cx="2837630" cy="3434013"/>
          </a:xfrm>
          <a:prstGeom prst="rect">
            <a:avLst/>
          </a:prstGeom>
        </p:spPr>
      </p:pic>
      <p:sp>
        <p:nvSpPr>
          <p:cNvPr id="9" name="Espace réservé du numéro de diapositive 8">
            <a:extLst>
              <a:ext uri="{FF2B5EF4-FFF2-40B4-BE49-F238E27FC236}">
                <a16:creationId xmlns:a16="http://schemas.microsoft.com/office/drawing/2014/main" id="{890AD3F7-513B-E7D9-15B1-F51781AD575E}"/>
              </a:ext>
            </a:extLst>
          </p:cNvPr>
          <p:cNvSpPr>
            <a:spLocks noGrp="1"/>
          </p:cNvSpPr>
          <p:nvPr>
            <p:ph type="sldNum" sz="quarter" idx="4"/>
          </p:nvPr>
        </p:nvSpPr>
        <p:spPr/>
        <p:txBody>
          <a:bodyPr/>
          <a:lstStyle/>
          <a:p>
            <a:fld id="{8F246C36-D02A-478A-A2B1-30A38C36882C}" type="slidenum">
              <a:rPr lang="fr-FR" smtClean="0"/>
              <a:pPr/>
              <a:t>4</a:t>
            </a:fld>
            <a:endParaRPr lang="fr-FR" dirty="0"/>
          </a:p>
        </p:txBody>
      </p:sp>
      <p:sp>
        <p:nvSpPr>
          <p:cNvPr id="2" name="Content Placeholder 2">
            <a:extLst>
              <a:ext uri="{FF2B5EF4-FFF2-40B4-BE49-F238E27FC236}">
                <a16:creationId xmlns:a16="http://schemas.microsoft.com/office/drawing/2014/main" id="{38057A2F-6204-6436-5ED6-64C482706E66}"/>
              </a:ext>
            </a:extLst>
          </p:cNvPr>
          <p:cNvSpPr txBox="1">
            <a:spLocks/>
          </p:cNvSpPr>
          <p:nvPr/>
        </p:nvSpPr>
        <p:spPr>
          <a:xfrm>
            <a:off x="225563" y="3349310"/>
            <a:ext cx="3221732" cy="3007040"/>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8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8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105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800" b="1" dirty="0"/>
              <a:t>AVANT 1990 : </a:t>
            </a:r>
            <a:r>
              <a:rPr lang="fr-FR" sz="2800" dirty="0"/>
              <a:t>Monopole Public (EDF, GDF).</a:t>
            </a:r>
          </a:p>
          <a:p>
            <a:endParaRPr lang="fr-FR" sz="2800" dirty="0"/>
          </a:p>
        </p:txBody>
      </p:sp>
      <p:pic>
        <p:nvPicPr>
          <p:cNvPr id="7" name="Image 6" descr="Une image contenant Bleu électrique, capture d’écran, bleu, cercle&#10;&#10;Le contenu généré par l’IA peut être incorrect.">
            <a:extLst>
              <a:ext uri="{FF2B5EF4-FFF2-40B4-BE49-F238E27FC236}">
                <a16:creationId xmlns:a16="http://schemas.microsoft.com/office/drawing/2014/main" id="{520C1BCD-6CD1-D223-0AA5-E918EE8F3ED9}"/>
              </a:ext>
            </a:extLst>
          </p:cNvPr>
          <p:cNvPicPr>
            <a:picLocks noChangeAspect="1"/>
          </p:cNvPicPr>
          <p:nvPr/>
        </p:nvPicPr>
        <p:blipFill>
          <a:blip r:embed="rId3"/>
          <a:stretch>
            <a:fillRect/>
          </a:stretch>
        </p:blipFill>
        <p:spPr>
          <a:xfrm>
            <a:off x="-390695" y="5434865"/>
            <a:ext cx="3587767" cy="747714"/>
          </a:xfrm>
          <a:prstGeom prst="rect">
            <a:avLst/>
          </a:prstGeom>
          <a:noFill/>
          <a:ln cap="flat">
            <a:noFill/>
          </a:ln>
        </p:spPr>
      </p:pic>
      <p:pic>
        <p:nvPicPr>
          <p:cNvPr id="11" name="Image 9" descr="Une image contenant Bleu électrique, capture d’écran, bleu, cercle&#10;&#10;Le contenu généré par l’IA peut être incorrect.">
            <a:extLst>
              <a:ext uri="{FF2B5EF4-FFF2-40B4-BE49-F238E27FC236}">
                <a16:creationId xmlns:a16="http://schemas.microsoft.com/office/drawing/2014/main" id="{776DE662-05EF-B28F-17B5-A551E02F9559}"/>
              </a:ext>
            </a:extLst>
          </p:cNvPr>
          <p:cNvPicPr>
            <a:picLocks noChangeAspect="1"/>
          </p:cNvPicPr>
          <p:nvPr/>
        </p:nvPicPr>
        <p:blipFill>
          <a:blip r:embed="rId3"/>
          <a:stretch>
            <a:fillRect/>
          </a:stretch>
        </p:blipFill>
        <p:spPr>
          <a:xfrm>
            <a:off x="3117293" y="5433590"/>
            <a:ext cx="3587767" cy="747714"/>
          </a:xfrm>
          <a:prstGeom prst="rect">
            <a:avLst/>
          </a:prstGeom>
          <a:noFill/>
          <a:ln cap="flat">
            <a:noFill/>
          </a:ln>
        </p:spPr>
      </p:pic>
      <p:pic>
        <p:nvPicPr>
          <p:cNvPr id="13" name="Image 13" descr="Une image contenant Bleu électrique, capture d’écran, bleu, cercle&#10;&#10;Le contenu généré par l’IA peut être incorrect.">
            <a:extLst>
              <a:ext uri="{FF2B5EF4-FFF2-40B4-BE49-F238E27FC236}">
                <a16:creationId xmlns:a16="http://schemas.microsoft.com/office/drawing/2014/main" id="{B8AF4435-B18D-86BC-3C5F-BA9D99BA2FB5}"/>
              </a:ext>
            </a:extLst>
          </p:cNvPr>
          <p:cNvPicPr>
            <a:picLocks noChangeAspect="1"/>
          </p:cNvPicPr>
          <p:nvPr/>
        </p:nvPicPr>
        <p:blipFill>
          <a:blip r:embed="rId3"/>
          <a:srcRect t="3842" r="58128"/>
          <a:stretch>
            <a:fillRect/>
          </a:stretch>
        </p:blipFill>
        <p:spPr>
          <a:xfrm>
            <a:off x="-573027" y="5480676"/>
            <a:ext cx="1410754" cy="675202"/>
          </a:xfrm>
          <a:prstGeom prst="rect">
            <a:avLst/>
          </a:prstGeom>
          <a:noFill/>
          <a:ln cap="flat">
            <a:noFill/>
          </a:ln>
        </p:spPr>
      </p:pic>
      <p:sp>
        <p:nvSpPr>
          <p:cNvPr id="14" name="Content Placeholder 2">
            <a:extLst>
              <a:ext uri="{FF2B5EF4-FFF2-40B4-BE49-F238E27FC236}">
                <a16:creationId xmlns:a16="http://schemas.microsoft.com/office/drawing/2014/main" id="{5574A8BE-456A-9819-BF96-AB6C96B6C6FF}"/>
              </a:ext>
            </a:extLst>
          </p:cNvPr>
          <p:cNvSpPr txBox="1"/>
          <p:nvPr/>
        </p:nvSpPr>
        <p:spPr>
          <a:xfrm>
            <a:off x="3104828" y="2753370"/>
            <a:ext cx="3221732" cy="3007040"/>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800" b="1" i="0" u="none" strike="noStrike" kern="1200" cap="none" spc="0" baseline="0" dirty="0">
                <a:solidFill>
                  <a:srgbClr val="000000"/>
                </a:solidFill>
                <a:uFillTx/>
                <a:latin typeface="Aptos"/>
              </a:rPr>
              <a:t>1996-2007 :</a:t>
            </a: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800" b="0" i="0" u="none" strike="noStrike" kern="1200" cap="none" spc="0" baseline="0" dirty="0">
                <a:solidFill>
                  <a:srgbClr val="000000"/>
                </a:solidFill>
                <a:uFillTx/>
                <a:latin typeface="Aptos"/>
              </a:rPr>
              <a:t>Ouverture Progressive à la Concurrence</a:t>
            </a:r>
          </a:p>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endParaRPr lang="fr-FR" sz="2800" b="0" i="0" u="none" strike="noStrike" kern="1200" cap="none" spc="0" baseline="0" dirty="0">
              <a:solidFill>
                <a:srgbClr val="000000"/>
              </a:solidFill>
              <a:uFillTx/>
              <a:latin typeface="Aptos"/>
            </a:endParaRPr>
          </a:p>
        </p:txBody>
      </p:sp>
      <p:sp>
        <p:nvSpPr>
          <p:cNvPr id="15" name="Content Placeholder 2">
            <a:extLst>
              <a:ext uri="{FF2B5EF4-FFF2-40B4-BE49-F238E27FC236}">
                <a16:creationId xmlns:a16="http://schemas.microsoft.com/office/drawing/2014/main" id="{2EA0F9CC-D7DF-1C1D-4871-A0FC5A9111D6}"/>
              </a:ext>
            </a:extLst>
          </p:cNvPr>
          <p:cNvSpPr txBox="1"/>
          <p:nvPr/>
        </p:nvSpPr>
        <p:spPr>
          <a:xfrm>
            <a:off x="5748176" y="2068739"/>
            <a:ext cx="4059469" cy="4081524"/>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800" b="1" i="0" u="none" strike="noStrike" kern="1200" cap="none" spc="0" baseline="0" dirty="0">
                <a:solidFill>
                  <a:srgbClr val="000000"/>
                </a:solidFill>
                <a:uFillTx/>
                <a:latin typeface="Aptos"/>
              </a:rPr>
              <a:t>AUJOURD’HUI :</a:t>
            </a: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800" b="0" i="0" u="none" strike="noStrike" kern="1200" cap="none" spc="0" baseline="0" dirty="0">
                <a:solidFill>
                  <a:srgbClr val="000000"/>
                </a:solidFill>
                <a:uFillTx/>
                <a:latin typeface="Aptos"/>
              </a:rPr>
              <a:t>Choix du Fournisseur (Privé)</a:t>
            </a: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endParaRPr lang="fr-FR" sz="2800" b="0" i="0" u="none" strike="noStrike" kern="1200" cap="none" spc="0" baseline="0" dirty="0">
              <a:solidFill>
                <a:srgbClr val="000000"/>
              </a:solidFill>
              <a:uFillTx/>
              <a:latin typeface="Aptos"/>
            </a:endParaRP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800" b="0" i="0" u="none" strike="noStrike" kern="1200" cap="none" spc="0" baseline="0" dirty="0">
                <a:solidFill>
                  <a:srgbClr val="000000"/>
                </a:solidFill>
                <a:uFillTx/>
                <a:latin typeface="Aptos"/>
              </a:rPr>
              <a:t>Réseau géré par le  public (RTE, Enedis)</a:t>
            </a:r>
          </a:p>
        </p:txBody>
      </p:sp>
      <p:pic>
        <p:nvPicPr>
          <p:cNvPr id="8" name="Picture 4">
            <a:extLst>
              <a:ext uri="{FF2B5EF4-FFF2-40B4-BE49-F238E27FC236}">
                <a16:creationId xmlns:a16="http://schemas.microsoft.com/office/drawing/2014/main" id="{DC3C2545-87A3-A6AD-E8E3-A38F427B09F7}"/>
              </a:ext>
            </a:extLst>
          </p:cNvPr>
          <p:cNvPicPr>
            <a:picLocks noChangeAspect="1"/>
          </p:cNvPicPr>
          <p:nvPr/>
        </p:nvPicPr>
        <p:blipFill rotWithShape="1">
          <a:blip r:embed="rId6">
            <a:extLst>
              <a:ext uri="{28A0092B-C50C-407E-A947-70E740481C1C}">
                <a14:useLocalDpi xmlns:a14="http://schemas.microsoft.com/office/drawing/2010/main" val="0"/>
              </a:ext>
            </a:extLst>
          </a:blip>
          <a:srcRect t="15619" b="17721"/>
          <a:stretch>
            <a:fillRect/>
          </a:stretch>
        </p:blipFill>
        <p:spPr bwMode="auto">
          <a:xfrm>
            <a:off x="-33548" y="5981790"/>
            <a:ext cx="1323978" cy="882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941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20B040-AA54-131F-CF9B-6ED6447E17BD}"/>
              </a:ext>
            </a:extLst>
          </p:cNvPr>
          <p:cNvSpPr>
            <a:spLocks noGrp="1"/>
          </p:cNvSpPr>
          <p:nvPr>
            <p:ph type="title"/>
          </p:nvPr>
        </p:nvSpPr>
        <p:spPr/>
        <p:txBody>
          <a:bodyPr/>
          <a:lstStyle/>
          <a:p>
            <a:pPr lvl="0">
              <a:lnSpc>
                <a:spcPct val="100000"/>
              </a:lnSpc>
            </a:pPr>
            <a:r>
              <a:rPr lang="fr-FR" sz="5400" dirty="0"/>
              <a:t>Les grands acteurs du système énergétique</a:t>
            </a:r>
          </a:p>
        </p:txBody>
      </p:sp>
      <p:sp>
        <p:nvSpPr>
          <p:cNvPr id="3" name="Espace réservé du numéro de diapositive 2">
            <a:extLst>
              <a:ext uri="{FF2B5EF4-FFF2-40B4-BE49-F238E27FC236}">
                <a16:creationId xmlns:a16="http://schemas.microsoft.com/office/drawing/2014/main" id="{3F2877BF-500C-33BE-25F1-FFA5837CB216}"/>
              </a:ext>
            </a:extLst>
          </p:cNvPr>
          <p:cNvSpPr>
            <a:spLocks noGrp="1"/>
          </p:cNvSpPr>
          <p:nvPr>
            <p:ph type="sldNum" sz="quarter" idx="4"/>
          </p:nvPr>
        </p:nvSpPr>
        <p:spPr/>
        <p:txBody>
          <a:bodyPr/>
          <a:lstStyle/>
          <a:p>
            <a:fld id="{8F246C36-D02A-478A-A2B1-30A38C36882C}" type="slidenum">
              <a:rPr lang="fr-FR" smtClean="0"/>
              <a:pPr/>
              <a:t>5</a:t>
            </a:fld>
            <a:endParaRPr lang="fr-FR"/>
          </a:p>
        </p:txBody>
      </p:sp>
      <p:pic>
        <p:nvPicPr>
          <p:cNvPr id="5" name="Image 4">
            <a:extLst>
              <a:ext uri="{FF2B5EF4-FFF2-40B4-BE49-F238E27FC236}">
                <a16:creationId xmlns:a16="http://schemas.microsoft.com/office/drawing/2014/main" id="{BD873B80-B4FE-E790-6912-FCD5A61DB0A6}"/>
              </a:ext>
            </a:extLst>
          </p:cNvPr>
          <p:cNvPicPr>
            <a:picLocks noChangeAspect="1"/>
          </p:cNvPicPr>
          <p:nvPr/>
        </p:nvPicPr>
        <p:blipFill>
          <a:blip r:embed="rId2"/>
          <a:stretch>
            <a:fillRect/>
          </a:stretch>
        </p:blipFill>
        <p:spPr>
          <a:xfrm>
            <a:off x="3457722" y="2907898"/>
            <a:ext cx="8620231" cy="3077587"/>
          </a:xfrm>
          <a:prstGeom prst="rect">
            <a:avLst/>
          </a:prstGeom>
        </p:spPr>
      </p:pic>
    </p:spTree>
    <p:extLst>
      <p:ext uri="{BB962C8B-B14F-4D97-AF65-F5344CB8AC3E}">
        <p14:creationId xmlns:p14="http://schemas.microsoft.com/office/powerpoint/2010/main" val="2322766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C2989E1-AABC-0D12-63D7-AB2E529B2C76}"/>
              </a:ext>
            </a:extLst>
          </p:cNvPr>
          <p:cNvSpPr>
            <a:spLocks noGrp="1"/>
          </p:cNvSpPr>
          <p:nvPr>
            <p:ph type="title"/>
          </p:nvPr>
        </p:nvSpPr>
        <p:spPr>
          <a:xfrm>
            <a:off x="3039952" y="436156"/>
            <a:ext cx="8459343" cy="2875237"/>
          </a:xfrm>
        </p:spPr>
        <p:txBody>
          <a:bodyPr/>
          <a:lstStyle/>
          <a:p>
            <a:r>
              <a:rPr lang="fr-FR" sz="5400" dirty="0">
                <a:solidFill>
                  <a:schemeClr val="tx1"/>
                </a:solidFill>
              </a:rPr>
              <a:t>Le rôle de l’État et de la régulation</a:t>
            </a:r>
            <a:endParaRPr lang="fr-FR" dirty="0"/>
          </a:p>
        </p:txBody>
      </p:sp>
      <p:pic>
        <p:nvPicPr>
          <p:cNvPr id="4" name="Graphique 3">
            <a:extLst>
              <a:ext uri="{FF2B5EF4-FFF2-40B4-BE49-F238E27FC236}">
                <a16:creationId xmlns:a16="http://schemas.microsoft.com/office/drawing/2014/main" id="{EC53741F-200B-0CAE-BE64-DA56E18147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91206" y="3871912"/>
            <a:ext cx="3406395" cy="3406395"/>
          </a:xfrm>
          <a:prstGeom prst="rect">
            <a:avLst/>
          </a:prstGeom>
        </p:spPr>
      </p:pic>
      <p:pic>
        <p:nvPicPr>
          <p:cNvPr id="7" name="Picture 4">
            <a:extLst>
              <a:ext uri="{FF2B5EF4-FFF2-40B4-BE49-F238E27FC236}">
                <a16:creationId xmlns:a16="http://schemas.microsoft.com/office/drawing/2014/main" id="{66FA69D2-944A-9BD8-2AE6-B5676BBC2555}"/>
              </a:ext>
            </a:extLst>
          </p:cNvPr>
          <p:cNvPicPr>
            <a:picLocks noChangeAspect="1"/>
          </p:cNvPicPr>
          <p:nvPr/>
        </p:nvPicPr>
        <p:blipFill rotWithShape="1">
          <a:blip r:embed="rId5">
            <a:extLst>
              <a:ext uri="{28A0092B-C50C-407E-A947-70E740481C1C}">
                <a14:useLocalDpi xmlns:a14="http://schemas.microsoft.com/office/drawing/2010/main" val="0"/>
              </a:ext>
            </a:extLst>
          </a:blip>
          <a:srcRect t="15619" b="17721"/>
          <a:stretch>
            <a:fillRect/>
          </a:stretch>
        </p:blipFill>
        <p:spPr bwMode="auto">
          <a:xfrm>
            <a:off x="0" y="5980564"/>
            <a:ext cx="1323978" cy="882560"/>
          </a:xfrm>
          <a:prstGeom prst="rect">
            <a:avLst/>
          </a:prstGeom>
          <a:noFill/>
          <a:extLst>
            <a:ext uri="{909E8E84-426E-40DD-AFC4-6F175D3DCCD1}">
              <a14:hiddenFill xmlns:a14="http://schemas.microsoft.com/office/drawing/2010/main">
                <a:solidFill>
                  <a:srgbClr val="FFFFFF"/>
                </a:solidFill>
              </a14:hiddenFill>
            </a:ext>
          </a:extLst>
        </p:spPr>
      </p:pic>
      <p:sp>
        <p:nvSpPr>
          <p:cNvPr id="8" name="Espace réservé du numéro de diapositive 7">
            <a:extLst>
              <a:ext uri="{FF2B5EF4-FFF2-40B4-BE49-F238E27FC236}">
                <a16:creationId xmlns:a16="http://schemas.microsoft.com/office/drawing/2014/main" id="{347DD358-5D96-F44E-F49D-E092521B5850}"/>
              </a:ext>
            </a:extLst>
          </p:cNvPr>
          <p:cNvSpPr>
            <a:spLocks noGrp="1"/>
          </p:cNvSpPr>
          <p:nvPr>
            <p:ph type="sldNum" sz="quarter" idx="4"/>
          </p:nvPr>
        </p:nvSpPr>
        <p:spPr/>
        <p:txBody>
          <a:bodyPr/>
          <a:lstStyle/>
          <a:p>
            <a:fld id="{8F246C36-D02A-478A-A2B1-30A38C36882C}" type="slidenum">
              <a:rPr lang="fr-FR" smtClean="0"/>
              <a:pPr/>
              <a:t>6</a:t>
            </a:fld>
            <a:endParaRPr lang="fr-FR"/>
          </a:p>
        </p:txBody>
      </p:sp>
      <p:pic>
        <p:nvPicPr>
          <p:cNvPr id="2" name="Image 1" descr="Une image contenant logo, symbole, Bleu électrique&#10;&#10;Le contenu généré par l’IA peut être incorrect.">
            <a:extLst>
              <a:ext uri="{FF2B5EF4-FFF2-40B4-BE49-F238E27FC236}">
                <a16:creationId xmlns:a16="http://schemas.microsoft.com/office/drawing/2014/main" id="{3F2A98A4-298C-EB59-8AAB-0189AA5745C3}"/>
              </a:ext>
            </a:extLst>
          </p:cNvPr>
          <p:cNvPicPr>
            <a:picLocks noChangeAspect="1"/>
          </p:cNvPicPr>
          <p:nvPr/>
        </p:nvPicPr>
        <p:blipFill>
          <a:blip r:embed="rId6"/>
          <a:stretch>
            <a:fillRect/>
          </a:stretch>
        </p:blipFill>
        <p:spPr>
          <a:xfrm>
            <a:off x="1262557" y="4000814"/>
            <a:ext cx="2608371" cy="2421029"/>
          </a:xfrm>
          <a:prstGeom prst="rect">
            <a:avLst/>
          </a:prstGeom>
          <a:noFill/>
          <a:ln cap="flat">
            <a:noFill/>
          </a:ln>
        </p:spPr>
      </p:pic>
      <p:sp>
        <p:nvSpPr>
          <p:cNvPr id="9" name="ZoneTexte 8">
            <a:extLst>
              <a:ext uri="{FF2B5EF4-FFF2-40B4-BE49-F238E27FC236}">
                <a16:creationId xmlns:a16="http://schemas.microsoft.com/office/drawing/2014/main" id="{20B4021D-F40C-4500-FE7A-A9C587F007F3}"/>
              </a:ext>
            </a:extLst>
          </p:cNvPr>
          <p:cNvSpPr txBox="1"/>
          <p:nvPr/>
        </p:nvSpPr>
        <p:spPr>
          <a:xfrm>
            <a:off x="1664527" y="4364645"/>
            <a:ext cx="1804422" cy="1415774"/>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3200" b="1" i="0" u="none" strike="noStrike" kern="1200" cap="none" spc="0" baseline="0" dirty="0">
                <a:solidFill>
                  <a:srgbClr val="FFFFFF"/>
                </a:solidFill>
                <a:uFillTx/>
                <a:latin typeface="Aptos"/>
              </a:rPr>
              <a:t>CRE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dirty="0">
                <a:solidFill>
                  <a:srgbClr val="FFFFFF"/>
                </a:solidFill>
                <a:uFillTx/>
                <a:latin typeface="Aptos"/>
              </a:rPr>
              <a:t>(Commission de Régulation de l’énergie)</a:t>
            </a:r>
          </a:p>
        </p:txBody>
      </p:sp>
      <p:sp>
        <p:nvSpPr>
          <p:cNvPr id="10" name="ZoneTexte 9">
            <a:extLst>
              <a:ext uri="{FF2B5EF4-FFF2-40B4-BE49-F238E27FC236}">
                <a16:creationId xmlns:a16="http://schemas.microsoft.com/office/drawing/2014/main" id="{48C1A327-A729-7BAE-EB32-B1224B217D03}"/>
              </a:ext>
            </a:extLst>
          </p:cNvPr>
          <p:cNvSpPr txBox="1"/>
          <p:nvPr/>
        </p:nvSpPr>
        <p:spPr>
          <a:xfrm>
            <a:off x="4064488" y="4099694"/>
            <a:ext cx="7001268" cy="2621781"/>
          </a:xfrm>
          <a:prstGeom prst="rect">
            <a:avLst/>
          </a:prstGeom>
        </p:spPr>
        <p:txBody>
          <a:bodyPr/>
          <a:lstStyle>
            <a:defPPr>
              <a:defRPr lang="fr-FR"/>
            </a:defPPr>
            <a:lvl1pPr indent="0">
              <a:lnSpc>
                <a:spcPct val="100000"/>
              </a:lnSpc>
              <a:spcBef>
                <a:spcPts val="0"/>
              </a:spcBef>
              <a:spcAft>
                <a:spcPts val="600"/>
              </a:spcAft>
              <a:buFont typeface="Arial" panose="020B0604020202020204" pitchFamily="34" charset="0"/>
              <a:buNone/>
              <a:defRPr b="1">
                <a:latin typeface="Calibri" panose="020F0502020204030204" pitchFamily="34" charset="0"/>
                <a:cs typeface="Calibri" panose="020F0502020204030204" pitchFamily="34" charset="0"/>
              </a:defRPr>
            </a:lvl1pPr>
            <a:lvl2pPr marL="0" indent="0">
              <a:lnSpc>
                <a:spcPct val="100000"/>
              </a:lnSpc>
              <a:spcBef>
                <a:spcPts val="0"/>
              </a:spcBef>
              <a:spcAft>
                <a:spcPts val="600"/>
              </a:spcAft>
              <a:buFont typeface="Arial" panose="020B0604020202020204" pitchFamily="34" charset="0"/>
              <a:buNone/>
              <a:defRPr b="1" i="0">
                <a:latin typeface="Calibri" panose="020F0502020204030204" pitchFamily="34" charset="0"/>
                <a:cs typeface="Calibri" panose="020F0502020204030204" pitchFamily="34" charset="0"/>
              </a:defRPr>
            </a:lvl2pPr>
            <a:lvl3pPr marL="0" indent="0">
              <a:lnSpc>
                <a:spcPct val="100000"/>
              </a:lnSpc>
              <a:spcBef>
                <a:spcPts val="0"/>
              </a:spcBef>
              <a:spcAft>
                <a:spcPts val="600"/>
              </a:spcAft>
              <a:buFont typeface="Arial" panose="020B0604020202020204" pitchFamily="34" charset="0"/>
              <a:buNone/>
              <a:defRPr>
                <a:latin typeface="Calibri" panose="020F0502020204030204" pitchFamily="34" charset="0"/>
                <a:cs typeface="Calibri" panose="020F0502020204030204" pitchFamily="34" charset="0"/>
              </a:defRPr>
            </a:lvl3pPr>
            <a:lvl4pPr marL="279450" indent="-279450">
              <a:lnSpc>
                <a:spcPct val="100000"/>
              </a:lnSpc>
              <a:spcBef>
                <a:spcPts val="0"/>
              </a:spcBef>
              <a:spcAft>
                <a:spcPts val="600"/>
              </a:spcAft>
              <a:buClrTx/>
              <a:buFont typeface="Apple Symbols" panose="02000000000000000000" pitchFamily="2" charset="-79"/>
              <a:buChar char="⎯"/>
              <a:defRPr>
                <a:latin typeface="Calibri" panose="020F0502020204030204" pitchFamily="34" charset="0"/>
                <a:cs typeface="Calibri" panose="020F0502020204030204" pitchFamily="34" charset="0"/>
              </a:defRPr>
            </a:lvl4pPr>
            <a:lvl5pPr marL="0" indent="0">
              <a:lnSpc>
                <a:spcPct val="100000"/>
              </a:lnSpc>
              <a:spcBef>
                <a:spcPts val="0"/>
              </a:spcBef>
              <a:spcAft>
                <a:spcPts val="600"/>
              </a:spcAft>
              <a:buFont typeface="Arial" panose="020B0604020202020204" pitchFamily="34" charset="0"/>
              <a:buNone/>
              <a:defRPr sz="1050">
                <a:highlight>
                  <a:srgbClr val="142848"/>
                </a:highlight>
                <a:latin typeface="Calibri" panose="020F0502020204030204" pitchFamily="34" charset="0"/>
                <a:cs typeface="Calibri" panose="020F05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85750" indent="-285750">
              <a:buFont typeface="Arial" panose="020B0604020202020204" pitchFamily="34" charset="0"/>
              <a:buChar char="•"/>
            </a:pPr>
            <a:r>
              <a:rPr lang="fr-FR" sz="2400" dirty="0"/>
              <a:t>Fixe les tarifs d’utilisation des  réseaux</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Surveille la  concurrence</a:t>
            </a:r>
          </a:p>
          <a:p>
            <a:pPr marL="285750" indent="-285750">
              <a:buFont typeface="Arial" panose="020B0604020202020204" pitchFamily="34" charset="0"/>
              <a:buChar char="•"/>
            </a:pPr>
            <a:endParaRPr lang="fr-FR" sz="2400" dirty="0"/>
          </a:p>
          <a:p>
            <a:pPr marL="285750" indent="-285750">
              <a:buFont typeface="Arial" panose="020B0604020202020204" pitchFamily="34" charset="0"/>
              <a:buChar char="•"/>
            </a:pPr>
            <a:r>
              <a:rPr lang="fr-FR" sz="2400" dirty="0"/>
              <a:t>Encadre les marchés</a:t>
            </a:r>
          </a:p>
        </p:txBody>
      </p:sp>
      <p:sp>
        <p:nvSpPr>
          <p:cNvPr id="11" name="Espace réservé du contenu 19">
            <a:extLst>
              <a:ext uri="{FF2B5EF4-FFF2-40B4-BE49-F238E27FC236}">
                <a16:creationId xmlns:a16="http://schemas.microsoft.com/office/drawing/2014/main" id="{81A3D4DD-CEB4-F637-675E-FCC1B7302B17}"/>
              </a:ext>
            </a:extLst>
          </p:cNvPr>
          <p:cNvSpPr txBox="1">
            <a:spLocks/>
          </p:cNvSpPr>
          <p:nvPr/>
        </p:nvSpPr>
        <p:spPr>
          <a:xfrm>
            <a:off x="594399" y="2359435"/>
            <a:ext cx="9314099" cy="2139129"/>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8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8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105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fr-FR" sz="2400" b="1" dirty="0"/>
              <a:t>Missions Publiques :</a:t>
            </a:r>
            <a:r>
              <a:rPr lang="fr-FR" sz="2400" dirty="0"/>
              <a:t> Sécurité, Pouvoir d'Achat, Transition Écologique. </a:t>
            </a:r>
          </a:p>
          <a:p>
            <a:pPr marL="285750" indent="-285750">
              <a:buFont typeface="Arial" panose="020B0604020202020204" pitchFamily="34" charset="0"/>
              <a:buChar char="•"/>
            </a:pPr>
            <a:r>
              <a:rPr lang="fr-FR" sz="2400" b="1" dirty="0"/>
              <a:t>Interventions de l'État :</a:t>
            </a:r>
            <a:r>
              <a:rPr lang="fr-FR" sz="2400" dirty="0"/>
              <a:t> Régulation Tarifaire (TURPE), Protection du Consommateur (Bouclier). </a:t>
            </a:r>
          </a:p>
        </p:txBody>
      </p:sp>
    </p:spTree>
    <p:extLst>
      <p:ext uri="{BB962C8B-B14F-4D97-AF65-F5344CB8AC3E}">
        <p14:creationId xmlns:p14="http://schemas.microsoft.com/office/powerpoint/2010/main" val="34868055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3042C-39B9-1BBD-AAE2-F91B5C03C0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354E52-6D5A-2985-BC82-43ADC2A77527}"/>
              </a:ext>
            </a:extLst>
          </p:cNvPr>
          <p:cNvSpPr>
            <a:spLocks noGrp="1"/>
          </p:cNvSpPr>
          <p:nvPr>
            <p:ph type="title"/>
          </p:nvPr>
        </p:nvSpPr>
        <p:spPr/>
        <p:txBody>
          <a:bodyPr/>
          <a:lstStyle/>
          <a:p>
            <a:r>
              <a:rPr lang="fr-FR" dirty="0"/>
              <a:t>Les flux physiques et économiques</a:t>
            </a:r>
          </a:p>
        </p:txBody>
      </p:sp>
      <p:pic>
        <p:nvPicPr>
          <p:cNvPr id="7" name="Picture 4">
            <a:extLst>
              <a:ext uri="{FF2B5EF4-FFF2-40B4-BE49-F238E27FC236}">
                <a16:creationId xmlns:a16="http://schemas.microsoft.com/office/drawing/2014/main" id="{8C1F9071-2BCA-ECCE-0639-A57FC7D4B3BA}"/>
              </a:ext>
            </a:extLst>
          </p:cNvPr>
          <p:cNvPicPr>
            <a:picLocks noChangeAspect="1"/>
          </p:cNvPicPr>
          <p:nvPr/>
        </p:nvPicPr>
        <p:blipFill rotWithShape="1">
          <a:blip r:embed="rId3">
            <a:extLst>
              <a:ext uri="{28A0092B-C50C-407E-A947-70E740481C1C}">
                <a14:useLocalDpi xmlns:a14="http://schemas.microsoft.com/office/drawing/2010/main" val="0"/>
              </a:ext>
            </a:extLst>
          </a:blip>
          <a:srcRect t="15619" b="17721"/>
          <a:stretch>
            <a:fillRect/>
          </a:stretch>
        </p:blipFill>
        <p:spPr bwMode="auto">
          <a:xfrm>
            <a:off x="0" y="5975440"/>
            <a:ext cx="1323978" cy="882560"/>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numéro de diapositive 5">
            <a:extLst>
              <a:ext uri="{FF2B5EF4-FFF2-40B4-BE49-F238E27FC236}">
                <a16:creationId xmlns:a16="http://schemas.microsoft.com/office/drawing/2014/main" id="{F304DD06-B690-4FA5-0645-8EED1168D040}"/>
              </a:ext>
            </a:extLst>
          </p:cNvPr>
          <p:cNvSpPr>
            <a:spLocks noGrp="1"/>
          </p:cNvSpPr>
          <p:nvPr>
            <p:ph type="sldNum" sz="quarter" idx="4"/>
          </p:nvPr>
        </p:nvSpPr>
        <p:spPr/>
        <p:txBody>
          <a:bodyPr/>
          <a:lstStyle/>
          <a:p>
            <a:fld id="{8F246C36-D02A-478A-A2B1-30A38C36882C}" type="slidenum">
              <a:rPr lang="fr-FR" smtClean="0"/>
              <a:pPr/>
              <a:t>7</a:t>
            </a:fld>
            <a:endParaRPr lang="fr-FR" dirty="0"/>
          </a:p>
        </p:txBody>
      </p:sp>
      <p:sp>
        <p:nvSpPr>
          <p:cNvPr id="3" name="Content Placeholder 2">
            <a:extLst>
              <a:ext uri="{FF2B5EF4-FFF2-40B4-BE49-F238E27FC236}">
                <a16:creationId xmlns:a16="http://schemas.microsoft.com/office/drawing/2014/main" id="{CAC39500-2FB0-3397-2D56-2FBB8FE45177}"/>
              </a:ext>
            </a:extLst>
          </p:cNvPr>
          <p:cNvSpPr txBox="1">
            <a:spLocks/>
          </p:cNvSpPr>
          <p:nvPr/>
        </p:nvSpPr>
        <p:spPr>
          <a:xfrm>
            <a:off x="1157392" y="1758153"/>
            <a:ext cx="3263146" cy="465246"/>
          </a:xfrm>
          <a:prstGeom prst="rect">
            <a:avLst/>
          </a:prstGeom>
          <a:noFill/>
          <a:ln cap="flat">
            <a:noFill/>
          </a:ln>
        </p:spPr>
        <p:txBody>
          <a:bodyPr vert="horz" wrap="square" lIns="91440" tIns="45720" rIns="91440" bIns="45720" anchor="t" anchorCtr="0" compatLnSpc="1">
            <a:normAutofit/>
          </a:bodyPr>
          <a:lstStyle>
            <a:defPPr>
              <a:defRPr lang="fr-FR"/>
            </a:defPPr>
            <a:lvl1pPr marR="0" lvl="0" indent="0" fontAlgn="auto">
              <a:lnSpc>
                <a:spcPct val="80000"/>
              </a:lnSpc>
              <a:spcBef>
                <a:spcPts val="1000"/>
              </a:spcBef>
              <a:spcAft>
                <a:spcPts val="0"/>
              </a:spcAft>
              <a:buNone/>
              <a:tabLst/>
              <a:defRPr sz="2800" b="1" i="0" u="none" strike="noStrike" cap="none" spc="0" baseline="0">
                <a:solidFill>
                  <a:srgbClr val="000000"/>
                </a:solidFill>
                <a:uFillTx/>
                <a:latin typeface="Aptos"/>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1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1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Flux Physique</a:t>
            </a:r>
          </a:p>
        </p:txBody>
      </p:sp>
      <p:sp>
        <p:nvSpPr>
          <p:cNvPr id="8" name="Rectangle 2">
            <a:extLst>
              <a:ext uri="{FF2B5EF4-FFF2-40B4-BE49-F238E27FC236}">
                <a16:creationId xmlns:a16="http://schemas.microsoft.com/office/drawing/2014/main" id="{AAE83F8D-BF83-13A2-3BA8-E2F6ECEBA7DD}"/>
              </a:ext>
            </a:extLst>
          </p:cNvPr>
          <p:cNvSpPr/>
          <p:nvPr/>
        </p:nvSpPr>
        <p:spPr>
          <a:xfrm rot="10800009" flipV="1">
            <a:off x="979752" y="2363065"/>
            <a:ext cx="1879073" cy="415494"/>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dirty="0">
                <a:solidFill>
                  <a:srgbClr val="000000"/>
                </a:solidFill>
                <a:uFillTx/>
                <a:latin typeface="Arial" pitchFamily="34"/>
              </a:rPr>
              <a:t>Producteur</a:t>
            </a:r>
          </a:p>
        </p:txBody>
      </p:sp>
      <p:pic>
        <p:nvPicPr>
          <p:cNvPr id="9" name="Image 5">
            <a:extLst>
              <a:ext uri="{FF2B5EF4-FFF2-40B4-BE49-F238E27FC236}">
                <a16:creationId xmlns:a16="http://schemas.microsoft.com/office/drawing/2014/main" id="{249A22AA-A324-349F-6F44-C5A99B3F1E18}"/>
              </a:ext>
            </a:extLst>
          </p:cNvPr>
          <p:cNvPicPr>
            <a:picLocks noChangeAspect="1"/>
          </p:cNvPicPr>
          <p:nvPr/>
        </p:nvPicPr>
        <p:blipFill>
          <a:blip r:embed="rId4"/>
          <a:stretch>
            <a:fillRect/>
          </a:stretch>
        </p:blipFill>
        <p:spPr>
          <a:xfrm rot="19390404">
            <a:off x="2913214" y="2272339"/>
            <a:ext cx="577022" cy="1242815"/>
          </a:xfrm>
          <a:prstGeom prst="rect">
            <a:avLst/>
          </a:prstGeom>
          <a:noFill/>
          <a:ln cap="flat">
            <a:noFill/>
          </a:ln>
        </p:spPr>
      </p:pic>
      <p:sp>
        <p:nvSpPr>
          <p:cNvPr id="10" name="Content Placeholder 2">
            <a:extLst>
              <a:ext uri="{FF2B5EF4-FFF2-40B4-BE49-F238E27FC236}">
                <a16:creationId xmlns:a16="http://schemas.microsoft.com/office/drawing/2014/main" id="{01DA5101-984C-F553-0004-0BCE49A293E8}"/>
              </a:ext>
            </a:extLst>
          </p:cNvPr>
          <p:cNvSpPr txBox="1"/>
          <p:nvPr/>
        </p:nvSpPr>
        <p:spPr>
          <a:xfrm>
            <a:off x="7477313" y="1758153"/>
            <a:ext cx="3263146" cy="465246"/>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80000"/>
              </a:lnSpc>
              <a:spcBef>
                <a:spcPts val="1000"/>
              </a:spcBef>
              <a:spcAft>
                <a:spcPts val="0"/>
              </a:spcAft>
              <a:buNone/>
              <a:tabLst/>
              <a:defRPr sz="1800" b="0" i="0" u="none" strike="noStrike" kern="0" cap="none" spc="0" baseline="0">
                <a:solidFill>
                  <a:srgbClr val="000000"/>
                </a:solidFill>
                <a:uFillTx/>
              </a:defRPr>
            </a:pPr>
            <a:r>
              <a:rPr lang="fr-FR" sz="2800" b="1" i="0" u="none" strike="noStrike" kern="1200" cap="none" spc="0" baseline="0" dirty="0">
                <a:solidFill>
                  <a:srgbClr val="000000"/>
                </a:solidFill>
                <a:uFillTx/>
                <a:latin typeface="Aptos"/>
              </a:rPr>
              <a:t>Flux Financier</a:t>
            </a:r>
          </a:p>
        </p:txBody>
      </p:sp>
      <p:sp>
        <p:nvSpPr>
          <p:cNvPr id="11" name="Rectangle 2">
            <a:extLst>
              <a:ext uri="{FF2B5EF4-FFF2-40B4-BE49-F238E27FC236}">
                <a16:creationId xmlns:a16="http://schemas.microsoft.com/office/drawing/2014/main" id="{6A214EC6-DDFD-FADD-4005-337A5F93CA4B}"/>
              </a:ext>
            </a:extLst>
          </p:cNvPr>
          <p:cNvSpPr/>
          <p:nvPr/>
        </p:nvSpPr>
        <p:spPr>
          <a:xfrm rot="10800009" flipV="1">
            <a:off x="1793595" y="3345002"/>
            <a:ext cx="2183934" cy="415494"/>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0" cap="none" spc="0" baseline="0">
                <a:solidFill>
                  <a:srgbClr val="000000"/>
                </a:solidFill>
                <a:uFillTx/>
                <a:latin typeface="Arial" pitchFamily="34"/>
              </a:rPr>
              <a:t>Transporteur</a:t>
            </a:r>
            <a:endParaRPr lang="fr-FR" sz="2400" b="0" i="0" u="none" strike="noStrike" kern="1200" cap="none" spc="0" baseline="0">
              <a:solidFill>
                <a:srgbClr val="000000"/>
              </a:solidFill>
              <a:uFillTx/>
              <a:latin typeface="Arial" pitchFamily="34"/>
            </a:endParaRPr>
          </a:p>
        </p:txBody>
      </p:sp>
      <p:sp>
        <p:nvSpPr>
          <p:cNvPr id="12" name="Rectangle 2">
            <a:extLst>
              <a:ext uri="{FF2B5EF4-FFF2-40B4-BE49-F238E27FC236}">
                <a16:creationId xmlns:a16="http://schemas.microsoft.com/office/drawing/2014/main" id="{E0F697BA-21E9-741E-C1F5-C7007BC922AB}"/>
              </a:ext>
            </a:extLst>
          </p:cNvPr>
          <p:cNvSpPr/>
          <p:nvPr/>
        </p:nvSpPr>
        <p:spPr>
          <a:xfrm rot="10800009" flipV="1">
            <a:off x="1107347" y="4270915"/>
            <a:ext cx="1879073" cy="415494"/>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000000"/>
                </a:solidFill>
                <a:uFillTx/>
                <a:latin typeface="Arial" pitchFamily="34"/>
              </a:rPr>
              <a:t>Distributeur</a:t>
            </a:r>
          </a:p>
        </p:txBody>
      </p:sp>
      <p:sp>
        <p:nvSpPr>
          <p:cNvPr id="13" name="Rectangle 2">
            <a:extLst>
              <a:ext uri="{FF2B5EF4-FFF2-40B4-BE49-F238E27FC236}">
                <a16:creationId xmlns:a16="http://schemas.microsoft.com/office/drawing/2014/main" id="{0CD7C435-532A-66B8-D775-73CA06106C3B}"/>
              </a:ext>
            </a:extLst>
          </p:cNvPr>
          <p:cNvSpPr/>
          <p:nvPr/>
        </p:nvSpPr>
        <p:spPr>
          <a:xfrm rot="10800009" flipV="1">
            <a:off x="1157401" y="5208220"/>
            <a:ext cx="2339721" cy="415494"/>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000000"/>
                </a:solidFill>
                <a:uFillTx/>
                <a:latin typeface="Arial" pitchFamily="34"/>
              </a:rPr>
              <a:t>Consommateur</a:t>
            </a:r>
          </a:p>
        </p:txBody>
      </p:sp>
      <p:sp>
        <p:nvSpPr>
          <p:cNvPr id="14" name="Rectangle 2">
            <a:extLst>
              <a:ext uri="{FF2B5EF4-FFF2-40B4-BE49-F238E27FC236}">
                <a16:creationId xmlns:a16="http://schemas.microsoft.com/office/drawing/2014/main" id="{6942D67A-6038-C5CD-8197-F6BE0C2B739E}"/>
              </a:ext>
            </a:extLst>
          </p:cNvPr>
          <p:cNvSpPr/>
          <p:nvPr/>
        </p:nvSpPr>
        <p:spPr>
          <a:xfrm rot="10800009" flipV="1">
            <a:off x="7118046" y="2290882"/>
            <a:ext cx="2339721" cy="415494"/>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dirty="0">
                <a:solidFill>
                  <a:srgbClr val="000000"/>
                </a:solidFill>
                <a:uFillTx/>
                <a:latin typeface="Arial" pitchFamily="34"/>
              </a:rPr>
              <a:t>Consommateur</a:t>
            </a:r>
          </a:p>
        </p:txBody>
      </p:sp>
      <p:sp>
        <p:nvSpPr>
          <p:cNvPr id="15" name="Rectangle 2">
            <a:extLst>
              <a:ext uri="{FF2B5EF4-FFF2-40B4-BE49-F238E27FC236}">
                <a16:creationId xmlns:a16="http://schemas.microsoft.com/office/drawing/2014/main" id="{AA226DA9-2F27-FAA9-F0A6-0E3A1428FD27}"/>
              </a:ext>
            </a:extLst>
          </p:cNvPr>
          <p:cNvSpPr/>
          <p:nvPr/>
        </p:nvSpPr>
        <p:spPr>
          <a:xfrm rot="10800009" flipV="1">
            <a:off x="8287902" y="3200939"/>
            <a:ext cx="2339721" cy="415494"/>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000000"/>
                </a:solidFill>
                <a:uFillTx/>
                <a:latin typeface="Arial" pitchFamily="34"/>
              </a:rPr>
              <a:t>Fournisseur</a:t>
            </a:r>
          </a:p>
        </p:txBody>
      </p:sp>
      <p:sp>
        <p:nvSpPr>
          <p:cNvPr id="16" name="Rectangle 2">
            <a:extLst>
              <a:ext uri="{FF2B5EF4-FFF2-40B4-BE49-F238E27FC236}">
                <a16:creationId xmlns:a16="http://schemas.microsoft.com/office/drawing/2014/main" id="{B5BB1B09-9CEF-FBB7-869C-C77A51105489}"/>
              </a:ext>
            </a:extLst>
          </p:cNvPr>
          <p:cNvSpPr/>
          <p:nvPr/>
        </p:nvSpPr>
        <p:spPr>
          <a:xfrm rot="10800009" flipV="1">
            <a:off x="7648517" y="3965569"/>
            <a:ext cx="3618481" cy="784829"/>
          </a:xfrm>
          <a:prstGeom prst="rect">
            <a:avLst/>
          </a:prstGeom>
          <a:noFill/>
          <a:ln cap="flat">
            <a:noFill/>
            <a:prstDash val="solid"/>
          </a:ln>
        </p:spPr>
        <p:txBody>
          <a:bodyPr vert="horz" wrap="square" lIns="91440" tIns="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000000"/>
                </a:solidFill>
                <a:uFillTx/>
                <a:latin typeface="Arial" pitchFamily="34"/>
              </a:rPr>
              <a:t>Gestionnaire de réseau/ Etat (taxes)</a:t>
            </a:r>
          </a:p>
        </p:txBody>
      </p:sp>
      <p:pic>
        <p:nvPicPr>
          <p:cNvPr id="17" name="Image 13">
            <a:extLst>
              <a:ext uri="{FF2B5EF4-FFF2-40B4-BE49-F238E27FC236}">
                <a16:creationId xmlns:a16="http://schemas.microsoft.com/office/drawing/2014/main" id="{ACB83CC0-C3EB-C7DF-64E1-9B02F1A70D93}"/>
              </a:ext>
            </a:extLst>
          </p:cNvPr>
          <p:cNvPicPr>
            <a:picLocks noChangeAspect="1"/>
          </p:cNvPicPr>
          <p:nvPr/>
        </p:nvPicPr>
        <p:blipFill>
          <a:blip r:embed="rId4"/>
          <a:srcRect l="5795" t="3538" r="-1"/>
          <a:stretch>
            <a:fillRect/>
          </a:stretch>
        </p:blipFill>
        <p:spPr>
          <a:xfrm rot="19390404">
            <a:off x="3059047" y="4173827"/>
            <a:ext cx="543583" cy="1198842"/>
          </a:xfrm>
          <a:prstGeom prst="rect">
            <a:avLst/>
          </a:prstGeom>
          <a:noFill/>
          <a:ln cap="flat">
            <a:noFill/>
          </a:ln>
        </p:spPr>
      </p:pic>
      <p:pic>
        <p:nvPicPr>
          <p:cNvPr id="18" name="Image 14">
            <a:extLst>
              <a:ext uri="{FF2B5EF4-FFF2-40B4-BE49-F238E27FC236}">
                <a16:creationId xmlns:a16="http://schemas.microsoft.com/office/drawing/2014/main" id="{F9DEC3DC-6C09-382D-1CA0-7E7C5FC15A9E}"/>
              </a:ext>
            </a:extLst>
          </p:cNvPr>
          <p:cNvPicPr>
            <a:picLocks noChangeAspect="1"/>
          </p:cNvPicPr>
          <p:nvPr/>
        </p:nvPicPr>
        <p:blipFill>
          <a:blip r:embed="rId4"/>
          <a:stretch>
            <a:fillRect/>
          </a:stretch>
        </p:blipFill>
        <p:spPr>
          <a:xfrm rot="2549846" flipH="1">
            <a:off x="998260" y="3240607"/>
            <a:ext cx="577022" cy="1242815"/>
          </a:xfrm>
          <a:prstGeom prst="rect">
            <a:avLst/>
          </a:prstGeom>
          <a:noFill/>
          <a:ln cap="flat">
            <a:noFill/>
          </a:ln>
        </p:spPr>
      </p:pic>
      <p:pic>
        <p:nvPicPr>
          <p:cNvPr id="19" name="Image 15">
            <a:extLst>
              <a:ext uri="{FF2B5EF4-FFF2-40B4-BE49-F238E27FC236}">
                <a16:creationId xmlns:a16="http://schemas.microsoft.com/office/drawing/2014/main" id="{B773FDB7-C696-E06B-837B-239A2A4CE823}"/>
              </a:ext>
            </a:extLst>
          </p:cNvPr>
          <p:cNvPicPr>
            <a:picLocks noChangeAspect="1"/>
          </p:cNvPicPr>
          <p:nvPr/>
        </p:nvPicPr>
        <p:blipFill>
          <a:blip r:embed="rId4"/>
          <a:srcRect l="5795" t="3538" r="-1"/>
          <a:stretch>
            <a:fillRect/>
          </a:stretch>
        </p:blipFill>
        <p:spPr>
          <a:xfrm rot="19390404">
            <a:off x="9637825" y="2159723"/>
            <a:ext cx="543583" cy="1198842"/>
          </a:xfrm>
          <a:prstGeom prst="rect">
            <a:avLst/>
          </a:prstGeom>
          <a:noFill/>
          <a:ln cap="flat">
            <a:noFill/>
          </a:ln>
        </p:spPr>
      </p:pic>
      <p:pic>
        <p:nvPicPr>
          <p:cNvPr id="20" name="Image 16">
            <a:extLst>
              <a:ext uri="{FF2B5EF4-FFF2-40B4-BE49-F238E27FC236}">
                <a16:creationId xmlns:a16="http://schemas.microsoft.com/office/drawing/2014/main" id="{0646BBEA-A856-3B00-9557-7B4D33B049DD}"/>
              </a:ext>
            </a:extLst>
          </p:cNvPr>
          <p:cNvPicPr>
            <a:picLocks noChangeAspect="1"/>
          </p:cNvPicPr>
          <p:nvPr/>
        </p:nvPicPr>
        <p:blipFill>
          <a:blip r:embed="rId4"/>
          <a:stretch>
            <a:fillRect/>
          </a:stretch>
        </p:blipFill>
        <p:spPr>
          <a:xfrm rot="2549846" flipH="1">
            <a:off x="7465436" y="2981365"/>
            <a:ext cx="577022" cy="1242815"/>
          </a:xfrm>
          <a:prstGeom prst="rect">
            <a:avLst/>
          </a:prstGeom>
          <a:noFill/>
          <a:ln cap="flat">
            <a:noFill/>
          </a:ln>
        </p:spPr>
      </p:pic>
      <p:sp>
        <p:nvSpPr>
          <p:cNvPr id="21" name="Content Placeholder 2">
            <a:extLst>
              <a:ext uri="{FF2B5EF4-FFF2-40B4-BE49-F238E27FC236}">
                <a16:creationId xmlns:a16="http://schemas.microsoft.com/office/drawing/2014/main" id="{913D8A16-EA4F-9826-2F71-A3862E3854EF}"/>
              </a:ext>
            </a:extLst>
          </p:cNvPr>
          <p:cNvSpPr txBox="1"/>
          <p:nvPr/>
        </p:nvSpPr>
        <p:spPr>
          <a:xfrm>
            <a:off x="4280278" y="5233376"/>
            <a:ext cx="6394079" cy="1325559"/>
          </a:xfrm>
          <a:prstGeom prst="rect">
            <a:avLst/>
          </a:prstGeom>
          <a:noFill/>
          <a:ln cap="flat">
            <a:noFill/>
          </a:ln>
        </p:spPr>
        <p:txBody>
          <a:bodyPr vert="horz" wrap="square" lIns="91440" tIns="45720" rIns="91440" bIns="45720" anchor="t" anchorCtr="0" compatLnSpc="1">
            <a:normAutofit/>
          </a:bodyPr>
          <a:lstStyle/>
          <a:p>
            <a:pPr marL="0" marR="0" lvl="0" indent="0" algn="ctr"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800" b="1" i="0" u="none" strike="noStrike" kern="1200" cap="none" spc="0" baseline="0">
                <a:solidFill>
                  <a:srgbClr val="000000"/>
                </a:solidFill>
                <a:uFillTx/>
                <a:latin typeface="Aptos"/>
              </a:rPr>
              <a:t>Régulation</a:t>
            </a:r>
          </a:p>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fr-FR" sz="2400" b="0" i="0" u="none" strike="noStrike" kern="1200" cap="none" spc="0" baseline="0">
                <a:solidFill>
                  <a:srgbClr val="000000"/>
                </a:solidFill>
                <a:uFillTx/>
                <a:latin typeface="Aptos"/>
              </a:rPr>
              <a:t>CRE et Etat contrôlent et équilibrent le système</a:t>
            </a:r>
          </a:p>
        </p:txBody>
      </p:sp>
    </p:spTree>
    <p:extLst>
      <p:ext uri="{BB962C8B-B14F-4D97-AF65-F5344CB8AC3E}">
        <p14:creationId xmlns:p14="http://schemas.microsoft.com/office/powerpoint/2010/main" val="19234294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pour une image  1">
            <a:extLst>
              <a:ext uri="{FF2B5EF4-FFF2-40B4-BE49-F238E27FC236}">
                <a16:creationId xmlns:a16="http://schemas.microsoft.com/office/drawing/2014/main" id="{FFF28615-1352-B436-1CEA-87A1D271BFC7}"/>
              </a:ext>
            </a:extLst>
          </p:cNvPr>
          <p:cNvSpPr>
            <a:spLocks noGrp="1"/>
          </p:cNvSpPr>
          <p:nvPr>
            <p:ph type="pic" sz="quarter" idx="10"/>
          </p:nvPr>
        </p:nvSpPr>
        <p:spPr/>
        <p:txBody>
          <a:bodyPr/>
          <a:lstStyle/>
          <a:p>
            <a:endParaRPr lang="fr-FR"/>
          </a:p>
        </p:txBody>
      </p:sp>
      <p:sp>
        <p:nvSpPr>
          <p:cNvPr id="3" name="Titre 2">
            <a:extLst>
              <a:ext uri="{FF2B5EF4-FFF2-40B4-BE49-F238E27FC236}">
                <a16:creationId xmlns:a16="http://schemas.microsoft.com/office/drawing/2014/main" id="{41939E0A-3796-5218-1D39-5F24FC41D2A9}"/>
              </a:ext>
            </a:extLst>
          </p:cNvPr>
          <p:cNvSpPr>
            <a:spLocks noGrp="1"/>
          </p:cNvSpPr>
          <p:nvPr>
            <p:ph type="title"/>
          </p:nvPr>
        </p:nvSpPr>
        <p:spPr/>
        <p:txBody>
          <a:bodyPr/>
          <a:lstStyle/>
          <a:p>
            <a:r>
              <a:rPr lang="fr-FR" dirty="0"/>
              <a:t>Les grands enjeux du marché de l’énergie</a:t>
            </a:r>
          </a:p>
        </p:txBody>
      </p:sp>
      <p:pic>
        <p:nvPicPr>
          <p:cNvPr id="4" name="Graphique 3">
            <a:extLst>
              <a:ext uri="{FF2B5EF4-FFF2-40B4-BE49-F238E27FC236}">
                <a16:creationId xmlns:a16="http://schemas.microsoft.com/office/drawing/2014/main" id="{9945D02B-8CB1-947A-CBB1-327049B075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01123" y="3871912"/>
            <a:ext cx="2986559" cy="3406395"/>
          </a:xfrm>
          <a:prstGeom prst="rect">
            <a:avLst/>
          </a:prstGeom>
        </p:spPr>
      </p:pic>
      <p:pic>
        <p:nvPicPr>
          <p:cNvPr id="9" name="Picture 4">
            <a:extLst>
              <a:ext uri="{FF2B5EF4-FFF2-40B4-BE49-F238E27FC236}">
                <a16:creationId xmlns:a16="http://schemas.microsoft.com/office/drawing/2014/main" id="{603DB441-84CF-2AA5-CB9F-6C264A6A116E}"/>
              </a:ext>
            </a:extLst>
          </p:cNvPr>
          <p:cNvPicPr>
            <a:picLocks noChangeAspect="1"/>
          </p:cNvPicPr>
          <p:nvPr/>
        </p:nvPicPr>
        <p:blipFill rotWithShape="1">
          <a:blip r:embed="rId5">
            <a:extLst>
              <a:ext uri="{28A0092B-C50C-407E-A947-70E740481C1C}">
                <a14:useLocalDpi xmlns:a14="http://schemas.microsoft.com/office/drawing/2010/main" val="0"/>
              </a:ext>
            </a:extLst>
          </a:blip>
          <a:srcRect t="15619" b="17721"/>
          <a:stretch>
            <a:fillRect/>
          </a:stretch>
        </p:blipFill>
        <p:spPr bwMode="auto">
          <a:xfrm>
            <a:off x="0" y="5975440"/>
            <a:ext cx="1323978" cy="882560"/>
          </a:xfrm>
          <a:prstGeom prst="rect">
            <a:avLst/>
          </a:prstGeom>
          <a:noFill/>
          <a:extLst>
            <a:ext uri="{909E8E84-426E-40DD-AFC4-6F175D3DCCD1}">
              <a14:hiddenFill xmlns:a14="http://schemas.microsoft.com/office/drawing/2010/main">
                <a:solidFill>
                  <a:srgbClr val="FFFFFF"/>
                </a:solidFill>
              </a14:hiddenFill>
            </a:ext>
          </a:extLst>
        </p:spPr>
      </p:pic>
      <p:sp>
        <p:nvSpPr>
          <p:cNvPr id="10" name="Espace réservé du numéro de diapositive 9">
            <a:extLst>
              <a:ext uri="{FF2B5EF4-FFF2-40B4-BE49-F238E27FC236}">
                <a16:creationId xmlns:a16="http://schemas.microsoft.com/office/drawing/2014/main" id="{6684F2C1-B486-F8BF-1A3E-336D4C669416}"/>
              </a:ext>
            </a:extLst>
          </p:cNvPr>
          <p:cNvSpPr>
            <a:spLocks noGrp="1"/>
          </p:cNvSpPr>
          <p:nvPr>
            <p:ph type="sldNum" sz="quarter" idx="4"/>
          </p:nvPr>
        </p:nvSpPr>
        <p:spPr/>
        <p:txBody>
          <a:bodyPr/>
          <a:lstStyle/>
          <a:p>
            <a:fld id="{8F246C36-D02A-478A-A2B1-30A38C36882C}" type="slidenum">
              <a:rPr lang="fr-FR" smtClean="0"/>
              <a:pPr/>
              <a:t>8</a:t>
            </a:fld>
            <a:endParaRPr lang="fr-FR" dirty="0"/>
          </a:p>
        </p:txBody>
      </p:sp>
      <p:grpSp>
        <p:nvGrpSpPr>
          <p:cNvPr id="6" name="Espace réservé du contenu 2">
            <a:extLst>
              <a:ext uri="{FF2B5EF4-FFF2-40B4-BE49-F238E27FC236}">
                <a16:creationId xmlns:a16="http://schemas.microsoft.com/office/drawing/2014/main" id="{BC7A7BA0-2F4C-912E-00F3-38A54F70EC61}"/>
              </a:ext>
            </a:extLst>
          </p:cNvPr>
          <p:cNvGrpSpPr/>
          <p:nvPr/>
        </p:nvGrpSpPr>
        <p:grpSpPr>
          <a:xfrm>
            <a:off x="804318" y="2806833"/>
            <a:ext cx="7926353" cy="3914642"/>
            <a:chOff x="177795" y="2806833"/>
            <a:chExt cx="9255292" cy="4183459"/>
          </a:xfrm>
        </p:grpSpPr>
        <p:sp>
          <p:nvSpPr>
            <p:cNvPr id="8" name="Rectangle 5" descr="Upward trend">
              <a:extLst>
                <a:ext uri="{FF2B5EF4-FFF2-40B4-BE49-F238E27FC236}">
                  <a16:creationId xmlns:a16="http://schemas.microsoft.com/office/drawing/2014/main" id="{BB06303D-B594-F2B4-1931-3FE0D56B7815}"/>
                </a:ext>
              </a:extLst>
            </p:cNvPr>
            <p:cNvSpPr/>
            <p:nvPr/>
          </p:nvSpPr>
          <p:spPr>
            <a:xfrm>
              <a:off x="5564273" y="3004379"/>
              <a:ext cx="920416" cy="959461"/>
            </a:xfrm>
            <a:prstGeom prst="rect">
              <a:avLst/>
            </a:prstGeom>
            <a:blipFill>
              <a:blip r:embed="rId6">
                <a:alphaModFix/>
                <a:extLst>
                  <a:ext uri="{96DAC541-7B7A-43D3-8B79-37D633B846F1}">
                    <asvg:svgBlip xmlns:asvg="http://schemas.microsoft.com/office/drawing/2016/SVG/main" r:embed="rId7"/>
                  </a:ext>
                </a:extLst>
              </a:blip>
              <a:stretch>
                <a:fillRect/>
              </a:stretch>
            </a:blip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11" name="Rectangle 7" descr="Document">
              <a:extLst>
                <a:ext uri="{FF2B5EF4-FFF2-40B4-BE49-F238E27FC236}">
                  <a16:creationId xmlns:a16="http://schemas.microsoft.com/office/drawing/2014/main" id="{64E16DA6-CB2E-B67B-2B8E-9D36C96F5F5B}"/>
                </a:ext>
              </a:extLst>
            </p:cNvPr>
            <p:cNvSpPr/>
            <p:nvPr/>
          </p:nvSpPr>
          <p:spPr>
            <a:xfrm>
              <a:off x="740270" y="2806833"/>
              <a:ext cx="920416" cy="959461"/>
            </a:xfrm>
            <a:prstGeom prst="rect">
              <a:avLst/>
            </a:prstGeom>
            <a:blipFill>
              <a:blip r:embed="rId8">
                <a:alphaModFix/>
                <a:extLst>
                  <a:ext uri="{96DAC541-7B7A-43D3-8B79-37D633B846F1}">
                    <asvg:svgBlip xmlns:asvg="http://schemas.microsoft.com/office/drawing/2016/SVG/main" r:embed="rId9"/>
                  </a:ext>
                </a:extLst>
              </a:blip>
              <a:stretch>
                <a:fillRect/>
              </a:stretch>
            </a:blip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12" name="Forme libre : forme 8">
              <a:extLst>
                <a:ext uri="{FF2B5EF4-FFF2-40B4-BE49-F238E27FC236}">
                  <a16:creationId xmlns:a16="http://schemas.microsoft.com/office/drawing/2014/main" id="{5C72C7A8-AFA3-F088-4C93-A042293549A4}"/>
                </a:ext>
              </a:extLst>
            </p:cNvPr>
            <p:cNvSpPr/>
            <p:nvPr/>
          </p:nvSpPr>
          <p:spPr>
            <a:xfrm>
              <a:off x="177795" y="3988365"/>
              <a:ext cx="2045366" cy="852851"/>
            </a:xfrm>
            <a:custGeom>
              <a:avLst/>
              <a:gdLst>
                <a:gd name="f0" fmla="val 10800000"/>
                <a:gd name="f1" fmla="val 5400000"/>
                <a:gd name="f2" fmla="val 180"/>
                <a:gd name="f3" fmla="val w"/>
                <a:gd name="f4" fmla="val h"/>
                <a:gd name="f5" fmla="val 0"/>
                <a:gd name="f6" fmla="val 1589062"/>
                <a:gd name="f7" fmla="val 635625"/>
                <a:gd name="f8" fmla="+- 0 0 -90"/>
                <a:gd name="f9" fmla="*/ f3 1 1589062"/>
                <a:gd name="f10" fmla="*/ f4 1 635625"/>
                <a:gd name="f11" fmla="+- f7 0 f5"/>
                <a:gd name="f12" fmla="+- f6 0 f5"/>
                <a:gd name="f13" fmla="*/ f8 f0 1"/>
                <a:gd name="f14" fmla="*/ f12 1 1589062"/>
                <a:gd name="f15" fmla="*/ f11 1 635625"/>
                <a:gd name="f16" fmla="*/ 0 f12 1"/>
                <a:gd name="f17" fmla="*/ 0 f11 1"/>
                <a:gd name="f18" fmla="*/ 1589062 f12 1"/>
                <a:gd name="f19" fmla="*/ 635625 f11 1"/>
                <a:gd name="f20" fmla="*/ f13 1 f2"/>
                <a:gd name="f21" fmla="*/ f16 1 1589062"/>
                <a:gd name="f22" fmla="*/ f17 1 635625"/>
                <a:gd name="f23" fmla="*/ f18 1 1589062"/>
                <a:gd name="f24" fmla="*/ f19 1 635625"/>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89062" h="635625">
                  <a:moveTo>
                    <a:pt x="f5" y="f5"/>
                  </a:moveTo>
                  <a:lnTo>
                    <a:pt x="f6" y="f5"/>
                  </a:lnTo>
                  <a:lnTo>
                    <a:pt x="f6" y="f7"/>
                  </a:lnTo>
                  <a:lnTo>
                    <a:pt x="f5" y="f7"/>
                  </a:lnTo>
                  <a:lnTo>
                    <a:pt x="f5" y="f5"/>
                  </a:lnTo>
                  <a:close/>
                </a:path>
              </a:pathLst>
            </a:custGeom>
            <a:noFill/>
            <a:ln cap="flat">
              <a:noFill/>
              <a:prstDash val="solid"/>
            </a:ln>
          </p:spPr>
          <p:txBody>
            <a:bodyPr vert="horz" wrap="square" lIns="0" tIns="0" rIns="0" bIns="0" anchor="t" anchorCtr="1" compatLnSpc="1">
              <a:noAutofit/>
            </a:bodyPr>
            <a:lstStyle/>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1" i="0" u="none" strike="noStrike" kern="1200" cap="none" spc="0" baseline="0" dirty="0">
                  <a:solidFill>
                    <a:srgbClr val="000000"/>
                  </a:solidFill>
                  <a:uFillTx/>
                  <a:latin typeface="Aptos"/>
                </a:rPr>
                <a:t>Transition Energ</a:t>
              </a:r>
              <a:r>
                <a:rPr lang="fr-FR" sz="1800" b="1" i="0" u="none" strike="noStrike" kern="0" cap="none" spc="0" baseline="0" dirty="0">
                  <a:solidFill>
                    <a:srgbClr val="000000"/>
                  </a:solidFill>
                  <a:uFillTx/>
                  <a:latin typeface="Aptos"/>
                </a:rPr>
                <a:t>é</a:t>
              </a:r>
              <a:r>
                <a:rPr lang="fr-FR" sz="1800" b="1" i="0" u="none" strike="noStrike" kern="1200" cap="none" spc="0" baseline="0" dirty="0">
                  <a:solidFill>
                    <a:srgbClr val="000000"/>
                  </a:solidFill>
                  <a:uFillTx/>
                  <a:latin typeface="Aptos"/>
                </a:rPr>
                <a:t>tique</a:t>
              </a:r>
            </a:p>
          </p:txBody>
        </p:sp>
        <p:sp>
          <p:nvSpPr>
            <p:cNvPr id="13" name="Forme libre : forme 10">
              <a:extLst>
                <a:ext uri="{FF2B5EF4-FFF2-40B4-BE49-F238E27FC236}">
                  <a16:creationId xmlns:a16="http://schemas.microsoft.com/office/drawing/2014/main" id="{5D53FF90-E3BA-3890-5D8B-6C7598F501E2}"/>
                </a:ext>
              </a:extLst>
            </p:cNvPr>
            <p:cNvSpPr/>
            <p:nvPr/>
          </p:nvSpPr>
          <p:spPr>
            <a:xfrm>
              <a:off x="2273391" y="3951469"/>
              <a:ext cx="2885988" cy="852851"/>
            </a:xfrm>
            <a:custGeom>
              <a:avLst/>
              <a:gdLst>
                <a:gd name="f0" fmla="val 10800000"/>
                <a:gd name="f1" fmla="val 5400000"/>
                <a:gd name="f2" fmla="val 180"/>
                <a:gd name="f3" fmla="val w"/>
                <a:gd name="f4" fmla="val h"/>
                <a:gd name="f5" fmla="val 0"/>
                <a:gd name="f6" fmla="val 1589062"/>
                <a:gd name="f7" fmla="val 635625"/>
                <a:gd name="f8" fmla="+- 0 0 -90"/>
                <a:gd name="f9" fmla="*/ f3 1 1589062"/>
                <a:gd name="f10" fmla="*/ f4 1 635625"/>
                <a:gd name="f11" fmla="+- f7 0 f5"/>
                <a:gd name="f12" fmla="+- f6 0 f5"/>
                <a:gd name="f13" fmla="*/ f8 f0 1"/>
                <a:gd name="f14" fmla="*/ f12 1 1589062"/>
                <a:gd name="f15" fmla="*/ f11 1 635625"/>
                <a:gd name="f16" fmla="*/ 0 f12 1"/>
                <a:gd name="f17" fmla="*/ 0 f11 1"/>
                <a:gd name="f18" fmla="*/ 1589062 f12 1"/>
                <a:gd name="f19" fmla="*/ 635625 f11 1"/>
                <a:gd name="f20" fmla="*/ f13 1 f2"/>
                <a:gd name="f21" fmla="*/ f16 1 1589062"/>
                <a:gd name="f22" fmla="*/ f17 1 635625"/>
                <a:gd name="f23" fmla="*/ f18 1 1589062"/>
                <a:gd name="f24" fmla="*/ f19 1 635625"/>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89062" h="635625">
                  <a:moveTo>
                    <a:pt x="f5" y="f5"/>
                  </a:moveTo>
                  <a:lnTo>
                    <a:pt x="f6" y="f5"/>
                  </a:lnTo>
                  <a:lnTo>
                    <a:pt x="f6" y="f7"/>
                  </a:lnTo>
                  <a:lnTo>
                    <a:pt x="f5" y="f7"/>
                  </a:lnTo>
                  <a:lnTo>
                    <a:pt x="f5" y="f5"/>
                  </a:lnTo>
                  <a:close/>
                </a:path>
              </a:pathLst>
            </a:custGeom>
            <a:noFill/>
            <a:ln cap="flat">
              <a:noFill/>
              <a:prstDash val="solid"/>
            </a:ln>
          </p:spPr>
          <p:txBody>
            <a:bodyPr vert="horz" wrap="square" lIns="0" tIns="0" rIns="0" bIns="0" anchor="t" anchorCtr="1" compatLnSpc="1">
              <a:noAutofit/>
            </a:bodyPr>
            <a:lstStyle/>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1" i="0" u="none" strike="noStrike" kern="0" cap="none" spc="0" baseline="0" dirty="0">
                  <a:solidFill>
                    <a:srgbClr val="000000"/>
                  </a:solidFill>
                  <a:uFillTx/>
                  <a:latin typeface="Aptos"/>
                </a:rPr>
                <a:t>Sécurité d’approvisionnement</a:t>
              </a:r>
              <a:endParaRPr lang="fr-FR" sz="1800" b="1" i="0" u="none" strike="noStrike" kern="1200" cap="none" spc="0" baseline="0" dirty="0">
                <a:solidFill>
                  <a:srgbClr val="000000"/>
                </a:solidFill>
                <a:uFillTx/>
                <a:latin typeface="Aptos"/>
              </a:endParaRPr>
            </a:p>
          </p:txBody>
        </p:sp>
        <p:sp>
          <p:nvSpPr>
            <p:cNvPr id="14" name="Forme libre : forme 12">
              <a:extLst>
                <a:ext uri="{FF2B5EF4-FFF2-40B4-BE49-F238E27FC236}">
                  <a16:creationId xmlns:a16="http://schemas.microsoft.com/office/drawing/2014/main" id="{9F69E92E-1A21-7C14-6F8E-3443425B33F2}"/>
                </a:ext>
              </a:extLst>
            </p:cNvPr>
            <p:cNvSpPr/>
            <p:nvPr/>
          </p:nvSpPr>
          <p:spPr>
            <a:xfrm>
              <a:off x="5069430" y="4127469"/>
              <a:ext cx="2045366" cy="442271"/>
            </a:xfrm>
            <a:custGeom>
              <a:avLst/>
              <a:gdLst>
                <a:gd name="f0" fmla="val 10800000"/>
                <a:gd name="f1" fmla="val 5400000"/>
                <a:gd name="f2" fmla="val 180"/>
                <a:gd name="f3" fmla="val w"/>
                <a:gd name="f4" fmla="val h"/>
                <a:gd name="f5" fmla="val 0"/>
                <a:gd name="f6" fmla="val 1589062"/>
                <a:gd name="f7" fmla="val 635625"/>
                <a:gd name="f8" fmla="+- 0 0 -90"/>
                <a:gd name="f9" fmla="*/ f3 1 1589062"/>
                <a:gd name="f10" fmla="*/ f4 1 635625"/>
                <a:gd name="f11" fmla="+- f7 0 f5"/>
                <a:gd name="f12" fmla="+- f6 0 f5"/>
                <a:gd name="f13" fmla="*/ f8 f0 1"/>
                <a:gd name="f14" fmla="*/ f12 1 1589062"/>
                <a:gd name="f15" fmla="*/ f11 1 635625"/>
                <a:gd name="f16" fmla="*/ 0 f12 1"/>
                <a:gd name="f17" fmla="*/ 0 f11 1"/>
                <a:gd name="f18" fmla="*/ 1589062 f12 1"/>
                <a:gd name="f19" fmla="*/ 635625 f11 1"/>
                <a:gd name="f20" fmla="*/ f13 1 f2"/>
                <a:gd name="f21" fmla="*/ f16 1 1589062"/>
                <a:gd name="f22" fmla="*/ f17 1 635625"/>
                <a:gd name="f23" fmla="*/ f18 1 1589062"/>
                <a:gd name="f24" fmla="*/ f19 1 635625"/>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89062" h="635625">
                  <a:moveTo>
                    <a:pt x="f5" y="f5"/>
                  </a:moveTo>
                  <a:lnTo>
                    <a:pt x="f6" y="f5"/>
                  </a:lnTo>
                  <a:lnTo>
                    <a:pt x="f6" y="f7"/>
                  </a:lnTo>
                  <a:lnTo>
                    <a:pt x="f5" y="f7"/>
                  </a:lnTo>
                  <a:lnTo>
                    <a:pt x="f5" y="f5"/>
                  </a:lnTo>
                  <a:close/>
                </a:path>
              </a:pathLst>
            </a:custGeom>
            <a:noFill/>
            <a:ln cap="flat">
              <a:noFill/>
              <a:prstDash val="solid"/>
            </a:ln>
          </p:spPr>
          <p:txBody>
            <a:bodyPr vert="horz" wrap="square" lIns="0" tIns="0" rIns="0" bIns="0" anchor="t" anchorCtr="1" compatLnSpc="1">
              <a:noAutofit/>
            </a:bodyPr>
            <a:lstStyle/>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1" i="0" u="none" strike="noStrike" kern="0" cap="none" spc="0" baseline="0" dirty="0">
                  <a:solidFill>
                    <a:srgbClr val="000000"/>
                  </a:solidFill>
                  <a:uFillTx/>
                  <a:latin typeface="Aptos"/>
                </a:rPr>
                <a:t>Prix Volatils</a:t>
              </a:r>
              <a:endParaRPr lang="fr-FR" sz="1800" b="0" i="0" u="none" strike="noStrike" kern="0" cap="none" spc="0" baseline="0" dirty="0">
                <a:solidFill>
                  <a:srgbClr val="000000"/>
                </a:solidFill>
                <a:uFillTx/>
                <a:latin typeface="Aptos"/>
              </a:endParaRPr>
            </a:p>
          </p:txBody>
        </p:sp>
        <p:sp>
          <p:nvSpPr>
            <p:cNvPr id="15" name="Forme libre : forme 14">
              <a:extLst>
                <a:ext uri="{FF2B5EF4-FFF2-40B4-BE49-F238E27FC236}">
                  <a16:creationId xmlns:a16="http://schemas.microsoft.com/office/drawing/2014/main" id="{B1EF89B9-9B73-4593-B50D-AB9E1AEB595C}"/>
                </a:ext>
              </a:extLst>
            </p:cNvPr>
            <p:cNvSpPr/>
            <p:nvPr/>
          </p:nvSpPr>
          <p:spPr>
            <a:xfrm>
              <a:off x="7387721" y="3988365"/>
              <a:ext cx="2045366" cy="852851"/>
            </a:xfrm>
            <a:custGeom>
              <a:avLst/>
              <a:gdLst>
                <a:gd name="f0" fmla="val 10800000"/>
                <a:gd name="f1" fmla="val 5400000"/>
                <a:gd name="f2" fmla="val 180"/>
                <a:gd name="f3" fmla="val w"/>
                <a:gd name="f4" fmla="val h"/>
                <a:gd name="f5" fmla="val 0"/>
                <a:gd name="f6" fmla="val 1589062"/>
                <a:gd name="f7" fmla="val 635625"/>
                <a:gd name="f8" fmla="+- 0 0 -90"/>
                <a:gd name="f9" fmla="*/ f3 1 1589062"/>
                <a:gd name="f10" fmla="*/ f4 1 635625"/>
                <a:gd name="f11" fmla="+- f7 0 f5"/>
                <a:gd name="f12" fmla="+- f6 0 f5"/>
                <a:gd name="f13" fmla="*/ f8 f0 1"/>
                <a:gd name="f14" fmla="*/ f12 1 1589062"/>
                <a:gd name="f15" fmla="*/ f11 1 635625"/>
                <a:gd name="f16" fmla="*/ 0 f12 1"/>
                <a:gd name="f17" fmla="*/ 0 f11 1"/>
                <a:gd name="f18" fmla="*/ 1589062 f12 1"/>
                <a:gd name="f19" fmla="*/ 635625 f11 1"/>
                <a:gd name="f20" fmla="*/ f13 1 f2"/>
                <a:gd name="f21" fmla="*/ f16 1 1589062"/>
                <a:gd name="f22" fmla="*/ f17 1 635625"/>
                <a:gd name="f23" fmla="*/ f18 1 1589062"/>
                <a:gd name="f24" fmla="*/ f19 1 635625"/>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89062" h="635625">
                  <a:moveTo>
                    <a:pt x="f5" y="f5"/>
                  </a:moveTo>
                  <a:lnTo>
                    <a:pt x="f6" y="f5"/>
                  </a:lnTo>
                  <a:lnTo>
                    <a:pt x="f6" y="f7"/>
                  </a:lnTo>
                  <a:lnTo>
                    <a:pt x="f5" y="f7"/>
                  </a:lnTo>
                  <a:lnTo>
                    <a:pt x="f5" y="f5"/>
                  </a:lnTo>
                  <a:close/>
                </a:path>
              </a:pathLst>
            </a:custGeom>
            <a:noFill/>
            <a:ln cap="flat">
              <a:noFill/>
              <a:prstDash val="solid"/>
            </a:ln>
          </p:spPr>
          <p:txBody>
            <a:bodyPr vert="horz" wrap="square" lIns="0" tIns="0" rIns="0" bIns="0" anchor="t" anchorCtr="1" compatLnSpc="1">
              <a:noAutofit/>
            </a:bodyPr>
            <a:lstStyle/>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1" i="0" u="none" strike="noStrike" kern="1200" cap="none" spc="0" baseline="0" dirty="0">
                  <a:solidFill>
                    <a:srgbClr val="000000"/>
                  </a:solidFill>
                  <a:uFillTx/>
                  <a:latin typeface="Aptos"/>
                </a:rPr>
                <a:t>Souveraineté Energétique</a:t>
              </a:r>
            </a:p>
          </p:txBody>
        </p:sp>
        <p:sp>
          <p:nvSpPr>
            <p:cNvPr id="16" name="Rectangle 15" descr="Ampoule">
              <a:extLst>
                <a:ext uri="{FF2B5EF4-FFF2-40B4-BE49-F238E27FC236}">
                  <a16:creationId xmlns:a16="http://schemas.microsoft.com/office/drawing/2014/main" id="{9983F7BE-8229-2936-ACF5-0941FE5F4C9C}"/>
                </a:ext>
              </a:extLst>
            </p:cNvPr>
            <p:cNvSpPr/>
            <p:nvPr/>
          </p:nvSpPr>
          <p:spPr>
            <a:xfrm>
              <a:off x="4546668" y="4569740"/>
              <a:ext cx="920416" cy="959461"/>
            </a:xfrm>
            <a:prstGeom prst="rect">
              <a:avLst/>
            </a:prstGeom>
            <a:blipFill>
              <a:blip r:embed="rId10">
                <a:alphaModFix/>
                <a:extLst>
                  <a:ext uri="{96DAC541-7B7A-43D3-8B79-37D633B846F1}">
                    <asvg:svgBlip xmlns:asvg="http://schemas.microsoft.com/office/drawing/2016/SVG/main" r:embed="rId11"/>
                  </a:ext>
                </a:extLst>
              </a:blip>
              <a:stretch>
                <a:fillRect/>
              </a:stretch>
            </a:blipFill>
            <a:ln w="19046" cap="flat">
              <a:solidFill>
                <a:srgbClr val="FFFFFF">
                  <a:alpha val="0"/>
                </a:srgbClr>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sp>
          <p:nvSpPr>
            <p:cNvPr id="17" name="Forme libre : forme 16">
              <a:extLst>
                <a:ext uri="{FF2B5EF4-FFF2-40B4-BE49-F238E27FC236}">
                  <a16:creationId xmlns:a16="http://schemas.microsoft.com/office/drawing/2014/main" id="{B86FE17B-C2B8-C4F0-4823-B5C3FC87E38D}"/>
                </a:ext>
              </a:extLst>
            </p:cNvPr>
            <p:cNvSpPr/>
            <p:nvPr/>
          </p:nvSpPr>
          <p:spPr>
            <a:xfrm>
              <a:off x="4110867" y="5644662"/>
              <a:ext cx="2045366" cy="1345630"/>
            </a:xfrm>
            <a:custGeom>
              <a:avLst/>
              <a:gdLst>
                <a:gd name="f0" fmla="val 10800000"/>
                <a:gd name="f1" fmla="val 5400000"/>
                <a:gd name="f2" fmla="val 180"/>
                <a:gd name="f3" fmla="val w"/>
                <a:gd name="f4" fmla="val h"/>
                <a:gd name="f5" fmla="val 0"/>
                <a:gd name="f6" fmla="val 1589062"/>
                <a:gd name="f7" fmla="val 635625"/>
                <a:gd name="f8" fmla="+- 0 0 -90"/>
                <a:gd name="f9" fmla="*/ f3 1 1589062"/>
                <a:gd name="f10" fmla="*/ f4 1 635625"/>
                <a:gd name="f11" fmla="+- f7 0 f5"/>
                <a:gd name="f12" fmla="+- f6 0 f5"/>
                <a:gd name="f13" fmla="*/ f8 f0 1"/>
                <a:gd name="f14" fmla="*/ f12 1 1589062"/>
                <a:gd name="f15" fmla="*/ f11 1 635625"/>
                <a:gd name="f16" fmla="*/ 0 f12 1"/>
                <a:gd name="f17" fmla="*/ 0 f11 1"/>
                <a:gd name="f18" fmla="*/ 1589062 f12 1"/>
                <a:gd name="f19" fmla="*/ 635625 f11 1"/>
                <a:gd name="f20" fmla="*/ f13 1 f2"/>
                <a:gd name="f21" fmla="*/ f16 1 1589062"/>
                <a:gd name="f22" fmla="*/ f17 1 635625"/>
                <a:gd name="f23" fmla="*/ f18 1 1589062"/>
                <a:gd name="f24" fmla="*/ f19 1 635625"/>
                <a:gd name="f25" fmla="*/ f5 1 f14"/>
                <a:gd name="f26" fmla="*/ f6 1 f14"/>
                <a:gd name="f27" fmla="*/ f5 1 f15"/>
                <a:gd name="f28" fmla="*/ f7 1 f15"/>
                <a:gd name="f29" fmla="+- f20 0 f1"/>
                <a:gd name="f30" fmla="*/ f21 1 f14"/>
                <a:gd name="f31" fmla="*/ f22 1 f15"/>
                <a:gd name="f32" fmla="*/ f23 1 f14"/>
                <a:gd name="f33" fmla="*/ f24 1 f15"/>
                <a:gd name="f34" fmla="*/ f25 f9 1"/>
                <a:gd name="f35" fmla="*/ f26 f9 1"/>
                <a:gd name="f36" fmla="*/ f28 f10 1"/>
                <a:gd name="f37" fmla="*/ f27 f10 1"/>
                <a:gd name="f38" fmla="*/ f30 f9 1"/>
                <a:gd name="f39" fmla="*/ f31 f10 1"/>
                <a:gd name="f40" fmla="*/ f32 f9 1"/>
                <a:gd name="f41" fmla="*/ f33 f10 1"/>
              </a:gdLst>
              <a:ahLst/>
              <a:cxnLst>
                <a:cxn ang="3cd4">
                  <a:pos x="hc" y="t"/>
                </a:cxn>
                <a:cxn ang="0">
                  <a:pos x="r" y="vc"/>
                </a:cxn>
                <a:cxn ang="cd4">
                  <a:pos x="hc" y="b"/>
                </a:cxn>
                <a:cxn ang="cd2">
                  <a:pos x="l" y="vc"/>
                </a:cxn>
                <a:cxn ang="f29">
                  <a:pos x="f38" y="f39"/>
                </a:cxn>
                <a:cxn ang="f29">
                  <a:pos x="f40" y="f39"/>
                </a:cxn>
                <a:cxn ang="f29">
                  <a:pos x="f40" y="f41"/>
                </a:cxn>
                <a:cxn ang="f29">
                  <a:pos x="f38" y="f41"/>
                </a:cxn>
                <a:cxn ang="f29">
                  <a:pos x="f38" y="f39"/>
                </a:cxn>
              </a:cxnLst>
              <a:rect l="f34" t="f37" r="f35" b="f36"/>
              <a:pathLst>
                <a:path w="1589062" h="635625">
                  <a:moveTo>
                    <a:pt x="f5" y="f5"/>
                  </a:moveTo>
                  <a:lnTo>
                    <a:pt x="f6" y="f5"/>
                  </a:lnTo>
                  <a:lnTo>
                    <a:pt x="f6" y="f7"/>
                  </a:lnTo>
                  <a:lnTo>
                    <a:pt x="f5" y="f7"/>
                  </a:lnTo>
                  <a:lnTo>
                    <a:pt x="f5" y="f5"/>
                  </a:lnTo>
                  <a:close/>
                </a:path>
              </a:pathLst>
            </a:custGeom>
            <a:noFill/>
            <a:ln cap="flat">
              <a:noFill/>
              <a:prstDash val="solid"/>
            </a:ln>
          </p:spPr>
          <p:txBody>
            <a:bodyPr vert="horz" wrap="square" lIns="0" tIns="0" rIns="0" bIns="0" anchor="t" anchorCtr="1" compatLnSpc="1">
              <a:noAutofit/>
            </a:bodyPr>
            <a:lstStyle/>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1" i="0" u="none" strike="noStrike" kern="1200" cap="none" spc="0" baseline="0" dirty="0">
                  <a:solidFill>
                    <a:srgbClr val="000000"/>
                  </a:solidFill>
                  <a:uFillTx/>
                  <a:latin typeface="Aptos"/>
                </a:rPr>
                <a:t>Innovation et Flexibilité</a:t>
              </a:r>
            </a:p>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0" i="0" u="none" strike="noStrike" kern="0" cap="none" spc="0" baseline="0" dirty="0">
                  <a:solidFill>
                    <a:srgbClr val="000000"/>
                  </a:solidFill>
                  <a:uFillTx/>
                  <a:latin typeface="Aptos"/>
                </a:rPr>
                <a:t>Stockage</a:t>
              </a:r>
            </a:p>
            <a:p>
              <a:pPr marL="0" marR="0" lvl="0" indent="0" algn="ctr" defTabSz="577845" rtl="0" fontAlgn="auto" hangingPunct="1">
                <a:lnSpc>
                  <a:spcPct val="100000"/>
                </a:lnSpc>
                <a:spcBef>
                  <a:spcPts val="0"/>
                </a:spcBef>
                <a:spcAft>
                  <a:spcPts val="500"/>
                </a:spcAft>
                <a:buNone/>
                <a:tabLst/>
                <a:defRPr sz="1800" b="0" i="0" u="none" strike="noStrike" kern="0" cap="none" spc="0" baseline="0">
                  <a:solidFill>
                    <a:srgbClr val="000000"/>
                  </a:solidFill>
                  <a:uFillTx/>
                </a:defRPr>
              </a:pPr>
              <a:r>
                <a:rPr lang="fr-FR" sz="1800" b="0" i="0" u="none" strike="noStrike" kern="1200" cap="none" spc="0" baseline="0" dirty="0">
                  <a:solidFill>
                    <a:srgbClr val="000000"/>
                  </a:solidFill>
                  <a:uFillTx/>
                  <a:latin typeface="Aptos"/>
                </a:rPr>
                <a:t>Smart </a:t>
              </a:r>
              <a:r>
                <a:rPr lang="fr-FR" sz="1800" b="0" i="0" u="none" strike="noStrike" kern="1200" cap="none" spc="0" baseline="0" dirty="0" err="1">
                  <a:solidFill>
                    <a:srgbClr val="000000"/>
                  </a:solidFill>
                  <a:uFillTx/>
                  <a:latin typeface="Aptos"/>
                </a:rPr>
                <a:t>Grids</a:t>
              </a:r>
              <a:endParaRPr lang="fr-FR" sz="1800" b="0" i="0" u="none" strike="noStrike" kern="1200" cap="none" spc="0" baseline="0" dirty="0">
                <a:solidFill>
                  <a:srgbClr val="000000"/>
                </a:solidFill>
                <a:uFillTx/>
                <a:latin typeface="Aptos"/>
              </a:endParaRPr>
            </a:p>
          </p:txBody>
        </p:sp>
      </p:grpSp>
      <p:sp>
        <p:nvSpPr>
          <p:cNvPr id="18" name="Rectangle 17" descr="Dollar">
            <a:extLst>
              <a:ext uri="{FF2B5EF4-FFF2-40B4-BE49-F238E27FC236}">
                <a16:creationId xmlns:a16="http://schemas.microsoft.com/office/drawing/2014/main" id="{60A1B8BE-3AD7-B5CD-2888-8AA9230DFB3F}"/>
              </a:ext>
            </a:extLst>
          </p:cNvPr>
          <p:cNvSpPr/>
          <p:nvPr/>
        </p:nvSpPr>
        <p:spPr>
          <a:xfrm>
            <a:off x="7460704" y="2912023"/>
            <a:ext cx="788256" cy="897809"/>
          </a:xfrm>
          <a:prstGeom prst="rect">
            <a:avLst/>
          </a:prstGeom>
          <a:blipFill>
            <a:blip r:embed="rId12">
              <a:alphaModFix/>
              <a:extLst>
                <a:ext uri="{96DAC541-7B7A-43D3-8B79-37D633B846F1}">
                  <asvg:svgBlip xmlns:asvg="http://schemas.microsoft.com/office/drawing/2016/SVG/main" r:embed="rId13"/>
                </a:ext>
              </a:extLst>
            </a:blip>
            <a:stretch>
              <a:fillRect/>
            </a:stretch>
          </a:blip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pic>
        <p:nvPicPr>
          <p:cNvPr id="19" name="Image 19">
            <a:extLst>
              <a:ext uri="{FF2B5EF4-FFF2-40B4-BE49-F238E27FC236}">
                <a16:creationId xmlns:a16="http://schemas.microsoft.com/office/drawing/2014/main" id="{46C81FBF-97C2-1E46-8F41-58524237E071}"/>
              </a:ext>
            </a:extLst>
          </p:cNvPr>
          <p:cNvPicPr>
            <a:picLocks noChangeAspect="1"/>
          </p:cNvPicPr>
          <p:nvPr/>
        </p:nvPicPr>
        <p:blipFill>
          <a:blip r:embed="rId14"/>
          <a:stretch>
            <a:fillRect/>
          </a:stretch>
        </p:blipFill>
        <p:spPr>
          <a:xfrm>
            <a:off x="3459284" y="2825896"/>
            <a:ext cx="703004" cy="801420"/>
          </a:xfrm>
          <a:prstGeom prst="rect">
            <a:avLst/>
          </a:prstGeom>
          <a:noFill/>
          <a:ln cap="flat">
            <a:noFill/>
          </a:ln>
        </p:spPr>
      </p:pic>
    </p:spTree>
    <p:extLst>
      <p:ext uri="{BB962C8B-B14F-4D97-AF65-F5344CB8AC3E}">
        <p14:creationId xmlns:p14="http://schemas.microsoft.com/office/powerpoint/2010/main" val="22997599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3042C-39B9-1BBD-AAE2-F91B5C03C0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354E52-6D5A-2985-BC82-43ADC2A77527}"/>
              </a:ext>
            </a:extLst>
          </p:cNvPr>
          <p:cNvSpPr>
            <a:spLocks noGrp="1"/>
          </p:cNvSpPr>
          <p:nvPr>
            <p:ph type="title"/>
          </p:nvPr>
        </p:nvSpPr>
        <p:spPr/>
        <p:txBody>
          <a:bodyPr/>
          <a:lstStyle/>
          <a:p>
            <a:r>
              <a:rPr lang="fr-FR" dirty="0"/>
              <a:t>L’Europe de l’énergie</a:t>
            </a:r>
          </a:p>
        </p:txBody>
      </p:sp>
      <p:pic>
        <p:nvPicPr>
          <p:cNvPr id="7" name="Picture 4">
            <a:extLst>
              <a:ext uri="{FF2B5EF4-FFF2-40B4-BE49-F238E27FC236}">
                <a16:creationId xmlns:a16="http://schemas.microsoft.com/office/drawing/2014/main" id="{8C1F9071-2BCA-ECCE-0639-A57FC7D4B3BA}"/>
              </a:ext>
            </a:extLst>
          </p:cNvPr>
          <p:cNvPicPr>
            <a:picLocks noChangeAspect="1"/>
          </p:cNvPicPr>
          <p:nvPr/>
        </p:nvPicPr>
        <p:blipFill rotWithShape="1">
          <a:blip r:embed="rId3">
            <a:extLst>
              <a:ext uri="{28A0092B-C50C-407E-A947-70E740481C1C}">
                <a14:useLocalDpi xmlns:a14="http://schemas.microsoft.com/office/drawing/2010/main" val="0"/>
              </a:ext>
            </a:extLst>
          </a:blip>
          <a:srcRect t="15619" b="17721"/>
          <a:stretch>
            <a:fillRect/>
          </a:stretch>
        </p:blipFill>
        <p:spPr bwMode="auto">
          <a:xfrm>
            <a:off x="0" y="5975440"/>
            <a:ext cx="1323978" cy="882560"/>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texte 2">
            <a:extLst>
              <a:ext uri="{FF2B5EF4-FFF2-40B4-BE49-F238E27FC236}">
                <a16:creationId xmlns:a16="http://schemas.microsoft.com/office/drawing/2014/main" id="{7340DE2C-F969-59BF-0A0C-A34E69534DB2}"/>
              </a:ext>
            </a:extLst>
          </p:cNvPr>
          <p:cNvSpPr>
            <a:spLocks noGrp="1"/>
          </p:cNvSpPr>
          <p:nvPr>
            <p:ph type="body" sz="quarter" idx="12"/>
          </p:nvPr>
        </p:nvSpPr>
        <p:spPr>
          <a:xfrm>
            <a:off x="484764" y="1504334"/>
            <a:ext cx="6993274" cy="4746563"/>
          </a:xfrm>
        </p:spPr>
        <p:txBody>
          <a:bodyPr/>
          <a:lstStyle/>
          <a:p>
            <a:pPr lvl="0"/>
            <a:r>
              <a:rPr lang="fr-FR" sz="2000" dirty="0"/>
              <a:t>Le marché européen de l’électricité repose sur :</a:t>
            </a:r>
          </a:p>
          <a:p>
            <a:pPr lvl="0"/>
            <a:r>
              <a:rPr lang="fr-FR" sz="2000" dirty="0"/>
              <a:t>Des marchés de gros (EPEX Spot, Nord Pool)</a:t>
            </a:r>
          </a:p>
          <a:p>
            <a:pPr lvl="0"/>
            <a:r>
              <a:rPr lang="fr-FR" sz="2000" dirty="0"/>
              <a:t>Des mécanismes d’équilibrage coordonnés entre États membres.</a:t>
            </a:r>
          </a:p>
          <a:p>
            <a:pPr lvl="0"/>
            <a:endParaRPr lang="fr-FR" sz="2000" dirty="0"/>
          </a:p>
          <a:p>
            <a:pPr lvl="0"/>
            <a:r>
              <a:rPr lang="fr-FR" sz="2000" dirty="0"/>
              <a:t>La France : un acteur majeur dépendant des échanges transfrontaliers.</a:t>
            </a:r>
          </a:p>
        </p:txBody>
      </p:sp>
      <p:sp>
        <p:nvSpPr>
          <p:cNvPr id="6" name="Espace réservé du numéro de diapositive 5">
            <a:extLst>
              <a:ext uri="{FF2B5EF4-FFF2-40B4-BE49-F238E27FC236}">
                <a16:creationId xmlns:a16="http://schemas.microsoft.com/office/drawing/2014/main" id="{F304DD06-B690-4FA5-0645-8EED1168D040}"/>
              </a:ext>
            </a:extLst>
          </p:cNvPr>
          <p:cNvSpPr>
            <a:spLocks noGrp="1"/>
          </p:cNvSpPr>
          <p:nvPr>
            <p:ph type="sldNum" sz="quarter" idx="4"/>
          </p:nvPr>
        </p:nvSpPr>
        <p:spPr/>
        <p:txBody>
          <a:bodyPr/>
          <a:lstStyle/>
          <a:p>
            <a:fld id="{8F246C36-D02A-478A-A2B1-30A38C36882C}" type="slidenum">
              <a:rPr lang="fr-FR" smtClean="0"/>
              <a:pPr/>
              <a:t>9</a:t>
            </a:fld>
            <a:endParaRPr lang="fr-FR" dirty="0"/>
          </a:p>
        </p:txBody>
      </p:sp>
      <p:pic>
        <p:nvPicPr>
          <p:cNvPr id="1028" name="Picture 4" descr="APX Group and EPEX SPOT integrate their businesses | EPEX SPOT">
            <a:extLst>
              <a:ext uri="{FF2B5EF4-FFF2-40B4-BE49-F238E27FC236}">
                <a16:creationId xmlns:a16="http://schemas.microsoft.com/office/drawing/2014/main" id="{889EE0D9-11FB-AB74-6A8E-C69A68E088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00753" y="955610"/>
            <a:ext cx="3395206" cy="4946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58383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pour une image  1">
            <a:extLst>
              <a:ext uri="{FF2B5EF4-FFF2-40B4-BE49-F238E27FC236}">
                <a16:creationId xmlns:a16="http://schemas.microsoft.com/office/drawing/2014/main" id="{B5D3647A-3E0D-E211-B051-5E15A5AE647A}"/>
              </a:ext>
            </a:extLst>
          </p:cNvPr>
          <p:cNvSpPr>
            <a:spLocks noGrp="1"/>
          </p:cNvSpPr>
          <p:nvPr>
            <p:ph type="pic" sz="quarter" idx="10"/>
          </p:nvPr>
        </p:nvSpPr>
        <p:spPr/>
        <p:txBody>
          <a:bodyPr/>
          <a:lstStyle/>
          <a:p>
            <a:endParaRPr lang="fr-FR"/>
          </a:p>
        </p:txBody>
      </p:sp>
      <p:sp>
        <p:nvSpPr>
          <p:cNvPr id="3" name="Titre 2">
            <a:extLst>
              <a:ext uri="{FF2B5EF4-FFF2-40B4-BE49-F238E27FC236}">
                <a16:creationId xmlns:a16="http://schemas.microsoft.com/office/drawing/2014/main" id="{4438F06C-5A5A-3675-276B-347E372FAC47}"/>
              </a:ext>
            </a:extLst>
          </p:cNvPr>
          <p:cNvSpPr>
            <a:spLocks noGrp="1"/>
          </p:cNvSpPr>
          <p:nvPr>
            <p:ph type="title"/>
          </p:nvPr>
        </p:nvSpPr>
        <p:spPr>
          <a:xfrm>
            <a:off x="3014900" y="582718"/>
            <a:ext cx="8459343" cy="2875237"/>
          </a:xfrm>
        </p:spPr>
        <p:txBody>
          <a:bodyPr/>
          <a:lstStyle/>
          <a:p>
            <a:r>
              <a:rPr lang="fr-FR" sz="5400" dirty="0"/>
              <a:t>Synthèse et transition vers la séance suivante</a:t>
            </a:r>
            <a:endParaRPr lang="fr-FR" dirty="0"/>
          </a:p>
        </p:txBody>
      </p:sp>
      <p:pic>
        <p:nvPicPr>
          <p:cNvPr id="4" name="Graphique 3">
            <a:extLst>
              <a:ext uri="{FF2B5EF4-FFF2-40B4-BE49-F238E27FC236}">
                <a16:creationId xmlns:a16="http://schemas.microsoft.com/office/drawing/2014/main" id="{588611ED-7691-B086-C0D7-9AC4170A63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59435" y="3871912"/>
            <a:ext cx="2814808" cy="3406395"/>
          </a:xfrm>
          <a:prstGeom prst="rect">
            <a:avLst/>
          </a:prstGeom>
        </p:spPr>
      </p:pic>
      <p:graphicFrame>
        <p:nvGraphicFramePr>
          <p:cNvPr id="5" name="Espace réservé du contenu 2">
            <a:extLst>
              <a:ext uri="{FF2B5EF4-FFF2-40B4-BE49-F238E27FC236}">
                <a16:creationId xmlns:a16="http://schemas.microsoft.com/office/drawing/2014/main" id="{7F849087-6EE3-D000-ECC4-B9B0FDCD60E1}"/>
              </a:ext>
            </a:extLst>
          </p:cNvPr>
          <p:cNvGraphicFramePr>
            <a:graphicFrameLocks/>
          </p:cNvGraphicFramePr>
          <p:nvPr>
            <p:extLst>
              <p:ext uri="{D42A27DB-BD31-4B8C-83A1-F6EECF244321}">
                <p14:modId xmlns:p14="http://schemas.microsoft.com/office/powerpoint/2010/main" val="3899387923"/>
              </p:ext>
            </p:extLst>
          </p:nvPr>
        </p:nvGraphicFramePr>
        <p:xfrm>
          <a:off x="-577651" y="2543646"/>
          <a:ext cx="10039472" cy="34381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6" name="Picture 4">
            <a:extLst>
              <a:ext uri="{FF2B5EF4-FFF2-40B4-BE49-F238E27FC236}">
                <a16:creationId xmlns:a16="http://schemas.microsoft.com/office/drawing/2014/main" id="{8F882185-6712-7B7D-C651-62EED4D45897}"/>
              </a:ext>
            </a:extLst>
          </p:cNvPr>
          <p:cNvPicPr>
            <a:picLocks noChangeAspect="1"/>
          </p:cNvPicPr>
          <p:nvPr/>
        </p:nvPicPr>
        <p:blipFill rotWithShape="1">
          <a:blip r:embed="rId10">
            <a:extLst>
              <a:ext uri="{28A0092B-C50C-407E-A947-70E740481C1C}">
                <a14:useLocalDpi xmlns:a14="http://schemas.microsoft.com/office/drawing/2010/main" val="0"/>
              </a:ext>
            </a:extLst>
          </a:blip>
          <a:srcRect t="15619" b="17721"/>
          <a:stretch>
            <a:fillRect/>
          </a:stretch>
        </p:blipFill>
        <p:spPr bwMode="auto">
          <a:xfrm>
            <a:off x="0" y="5981790"/>
            <a:ext cx="1323978" cy="882560"/>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9510BD49-CA60-0DA4-0F91-AE5D7302155A}"/>
              </a:ext>
            </a:extLst>
          </p:cNvPr>
          <p:cNvSpPr>
            <a:spLocks noGrp="1"/>
          </p:cNvSpPr>
          <p:nvPr>
            <p:ph type="sldNum" sz="quarter" idx="4"/>
          </p:nvPr>
        </p:nvSpPr>
        <p:spPr/>
        <p:txBody>
          <a:bodyPr/>
          <a:lstStyle/>
          <a:p>
            <a:fld id="{8F246C36-D02A-478A-A2B1-30A38C36882C}" type="slidenum">
              <a:rPr lang="fr-FR" smtClean="0"/>
              <a:pPr/>
              <a:t>10</a:t>
            </a:fld>
            <a:endParaRPr lang="fr-FR"/>
          </a:p>
        </p:txBody>
      </p:sp>
      <p:sp>
        <p:nvSpPr>
          <p:cNvPr id="8" name="Content Placeholder 2">
            <a:extLst>
              <a:ext uri="{FF2B5EF4-FFF2-40B4-BE49-F238E27FC236}">
                <a16:creationId xmlns:a16="http://schemas.microsoft.com/office/drawing/2014/main" id="{71165FED-6417-0C84-D98E-E906D57CC5BB}"/>
              </a:ext>
            </a:extLst>
          </p:cNvPr>
          <p:cNvSpPr txBox="1">
            <a:spLocks/>
          </p:cNvSpPr>
          <p:nvPr/>
        </p:nvSpPr>
        <p:spPr>
          <a:xfrm>
            <a:off x="3532565" y="2566014"/>
            <a:ext cx="5644535" cy="2121616"/>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1pPr>
            <a:lvl2pPr marL="0" indent="0" algn="l" defTabSz="914400" rtl="0" eaLnBrk="1" latinLnBrk="0" hangingPunct="1">
              <a:lnSpc>
                <a:spcPct val="100000"/>
              </a:lnSpc>
              <a:spcBef>
                <a:spcPts val="0"/>
              </a:spcBef>
              <a:spcAft>
                <a:spcPts val="600"/>
              </a:spcAft>
              <a:buFont typeface="Arial" panose="020B0604020202020204" pitchFamily="34" charset="0"/>
              <a:buNone/>
              <a:defRPr sz="1800" b="1" i="0" kern="1200">
                <a:solidFill>
                  <a:schemeClr val="tx1"/>
                </a:solidFill>
                <a:latin typeface="Calibri" panose="020F0502020204030204" pitchFamily="34" charset="0"/>
                <a:ea typeface="+mn-ea"/>
                <a:cs typeface="Calibri" panose="020F0502020204030204" pitchFamily="34" charset="0"/>
              </a:defRPr>
            </a:lvl2pPr>
            <a:lvl3pPr marL="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solidFill>
                <a:latin typeface="Calibri" panose="020F0502020204030204" pitchFamily="34" charset="0"/>
                <a:ea typeface="+mn-ea"/>
                <a:cs typeface="Calibri" panose="020F0502020204030204" pitchFamily="34" charset="0"/>
              </a:defRPr>
            </a:lvl3pPr>
            <a:lvl4pPr marL="279450" indent="-279450" algn="l" defTabSz="914400" rtl="0" eaLnBrk="1" latinLnBrk="0" hangingPunct="1">
              <a:lnSpc>
                <a:spcPct val="100000"/>
              </a:lnSpc>
              <a:spcBef>
                <a:spcPts val="0"/>
              </a:spcBef>
              <a:spcAft>
                <a:spcPts val="600"/>
              </a:spcAft>
              <a:buClrTx/>
              <a:buFont typeface="Apple Symbols" panose="02000000000000000000" pitchFamily="2" charset="-79"/>
              <a:buChar char="⎯"/>
              <a:defRPr sz="1800" kern="1200">
                <a:solidFill>
                  <a:schemeClr val="tx1"/>
                </a:solidFill>
                <a:latin typeface="Calibri" panose="020F0502020204030204" pitchFamily="34" charset="0"/>
                <a:ea typeface="+mn-ea"/>
                <a:cs typeface="Calibri" panose="020F0502020204030204" pitchFamily="34" charset="0"/>
              </a:defRPr>
            </a:lvl4pPr>
            <a:lvl5pPr marL="0" indent="0" algn="l" defTabSz="914400" rtl="0" eaLnBrk="1" latinLnBrk="0" hangingPunct="1">
              <a:lnSpc>
                <a:spcPct val="100000"/>
              </a:lnSpc>
              <a:spcBef>
                <a:spcPts val="0"/>
              </a:spcBef>
              <a:spcAft>
                <a:spcPts val="600"/>
              </a:spcAft>
              <a:buFont typeface="Arial" panose="020B0604020202020204" pitchFamily="34" charset="0"/>
              <a:buNone/>
              <a:defRPr sz="1050" kern="1200">
                <a:solidFill>
                  <a:schemeClr val="tx1"/>
                </a:solidFill>
                <a:highlight>
                  <a:srgbClr val="142848"/>
                </a:highlight>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b="1" dirty="0"/>
              <a:t>Marché de l’énergie:</a:t>
            </a:r>
          </a:p>
          <a:p>
            <a:pPr marL="342900" indent="-342900">
              <a:buFont typeface="Arial" panose="020B0604020202020204" pitchFamily="34" charset="0"/>
              <a:buChar char="•"/>
            </a:pPr>
            <a:r>
              <a:rPr lang="fr-FR" sz="2000" b="1" dirty="0"/>
              <a:t>Combine acteur publics et privé</a:t>
            </a:r>
          </a:p>
          <a:p>
            <a:pPr marL="342900" indent="-342900">
              <a:buFont typeface="Arial" panose="020B0604020202020204" pitchFamily="34" charset="0"/>
              <a:buChar char="•"/>
            </a:pPr>
            <a:r>
              <a:rPr lang="fr-FR" sz="2000" b="1" dirty="0"/>
              <a:t>Repose sur des réseaux commun mais des fournisseurs multiples</a:t>
            </a:r>
          </a:p>
          <a:p>
            <a:pPr marL="342900" indent="-342900">
              <a:buFont typeface="Arial" panose="020B0604020202020204" pitchFamily="34" charset="0"/>
              <a:buChar char="•"/>
            </a:pPr>
            <a:r>
              <a:rPr lang="fr-FR" sz="2000" b="1" dirty="0"/>
              <a:t>Influencé par les politiques, les prix internationaux et la transition écologique</a:t>
            </a:r>
          </a:p>
          <a:p>
            <a:endParaRPr lang="fr-FR" sz="2000" b="1" dirty="0"/>
          </a:p>
        </p:txBody>
      </p:sp>
      <p:sp>
        <p:nvSpPr>
          <p:cNvPr id="9" name="Content Placeholder 2">
            <a:extLst>
              <a:ext uri="{FF2B5EF4-FFF2-40B4-BE49-F238E27FC236}">
                <a16:creationId xmlns:a16="http://schemas.microsoft.com/office/drawing/2014/main" id="{C7AE9E99-0B67-DF92-3698-480C2E0761F4}"/>
              </a:ext>
            </a:extLst>
          </p:cNvPr>
          <p:cNvSpPr txBox="1"/>
          <p:nvPr/>
        </p:nvSpPr>
        <p:spPr>
          <a:xfrm>
            <a:off x="3568702" y="5570189"/>
            <a:ext cx="4737094" cy="601666"/>
          </a:xfrm>
          <a:prstGeom prst="rect">
            <a:avLst/>
          </a:prstGeom>
        </p:spPr>
        <p:txBody>
          <a:bodyPr/>
          <a:lstStyle>
            <a:defPPr>
              <a:defRPr lang="fr-FR"/>
            </a:defPPr>
            <a:lvl1pPr indent="0">
              <a:lnSpc>
                <a:spcPct val="100000"/>
              </a:lnSpc>
              <a:spcBef>
                <a:spcPts val="0"/>
              </a:spcBef>
              <a:spcAft>
                <a:spcPts val="600"/>
              </a:spcAft>
              <a:buFont typeface="Arial" panose="020B0604020202020204" pitchFamily="34" charset="0"/>
              <a:buNone/>
              <a:defRPr>
                <a:latin typeface="Calibri" panose="020F0502020204030204" pitchFamily="34" charset="0"/>
                <a:cs typeface="Calibri" panose="020F0502020204030204" pitchFamily="34" charset="0"/>
              </a:defRPr>
            </a:lvl1pPr>
            <a:lvl2pPr marL="0" indent="0">
              <a:lnSpc>
                <a:spcPct val="100000"/>
              </a:lnSpc>
              <a:spcBef>
                <a:spcPts val="0"/>
              </a:spcBef>
              <a:spcAft>
                <a:spcPts val="600"/>
              </a:spcAft>
              <a:buFont typeface="Arial" panose="020B0604020202020204" pitchFamily="34" charset="0"/>
              <a:buNone/>
              <a:defRPr b="1" i="0">
                <a:latin typeface="Calibri" panose="020F0502020204030204" pitchFamily="34" charset="0"/>
                <a:cs typeface="Calibri" panose="020F0502020204030204" pitchFamily="34" charset="0"/>
              </a:defRPr>
            </a:lvl2pPr>
            <a:lvl3pPr marL="0" indent="0">
              <a:lnSpc>
                <a:spcPct val="100000"/>
              </a:lnSpc>
              <a:spcBef>
                <a:spcPts val="0"/>
              </a:spcBef>
              <a:spcAft>
                <a:spcPts val="600"/>
              </a:spcAft>
              <a:buFont typeface="Arial" panose="020B0604020202020204" pitchFamily="34" charset="0"/>
              <a:buNone/>
              <a:defRPr>
                <a:latin typeface="Calibri" panose="020F0502020204030204" pitchFamily="34" charset="0"/>
                <a:cs typeface="Calibri" panose="020F0502020204030204" pitchFamily="34" charset="0"/>
              </a:defRPr>
            </a:lvl3pPr>
            <a:lvl4pPr marL="279450" indent="-279450">
              <a:lnSpc>
                <a:spcPct val="100000"/>
              </a:lnSpc>
              <a:spcBef>
                <a:spcPts val="0"/>
              </a:spcBef>
              <a:spcAft>
                <a:spcPts val="600"/>
              </a:spcAft>
              <a:buClrTx/>
              <a:buFont typeface="Apple Symbols" panose="02000000000000000000" pitchFamily="2" charset="-79"/>
              <a:buChar char="⎯"/>
              <a:defRPr>
                <a:latin typeface="Calibri" panose="020F0502020204030204" pitchFamily="34" charset="0"/>
                <a:cs typeface="Calibri" panose="020F0502020204030204" pitchFamily="34" charset="0"/>
              </a:defRPr>
            </a:lvl4pPr>
            <a:lvl5pPr marL="0" indent="0">
              <a:lnSpc>
                <a:spcPct val="100000"/>
              </a:lnSpc>
              <a:spcBef>
                <a:spcPts val="0"/>
              </a:spcBef>
              <a:spcAft>
                <a:spcPts val="600"/>
              </a:spcAft>
              <a:buFont typeface="Arial" panose="020B0604020202020204" pitchFamily="34" charset="0"/>
              <a:buNone/>
              <a:defRPr sz="1050">
                <a:highlight>
                  <a:srgbClr val="142848"/>
                </a:highlight>
                <a:latin typeface="Calibri" panose="020F0502020204030204" pitchFamily="34" charset="0"/>
                <a:cs typeface="Calibri" panose="020F050202020403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2000" b="1" dirty="0"/>
              <a:t>Compréhension de la facture</a:t>
            </a:r>
          </a:p>
        </p:txBody>
      </p:sp>
      <p:sp>
        <p:nvSpPr>
          <p:cNvPr id="10" name="Rectangle 9" descr="Head with Gears">
            <a:extLst>
              <a:ext uri="{FF2B5EF4-FFF2-40B4-BE49-F238E27FC236}">
                <a16:creationId xmlns:a16="http://schemas.microsoft.com/office/drawing/2014/main" id="{F9B5DC2E-ADDE-FEA4-5A9A-5983FF0BC8C8}"/>
              </a:ext>
            </a:extLst>
          </p:cNvPr>
          <p:cNvSpPr/>
          <p:nvPr/>
        </p:nvSpPr>
        <p:spPr>
          <a:xfrm>
            <a:off x="1255160" y="5096001"/>
            <a:ext cx="1414293" cy="1316187"/>
          </a:xfrm>
          <a:prstGeom prst="rect">
            <a:avLst/>
          </a:prstGeom>
          <a:blipFill>
            <a:blip r:embed="rId11">
              <a:alphaModFix/>
              <a:extLst>
                <a:ext uri="{96DAC541-7B7A-43D3-8B79-37D633B846F1}">
                  <asvg:svgBlip xmlns:asvg="http://schemas.microsoft.com/office/drawing/2016/SVG/main" r:embed="rId12"/>
                </a:ext>
              </a:extLst>
            </a:blip>
            <a:stretch>
              <a:fillRect/>
            </a:stretch>
          </a:blip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Aptos"/>
            </a:endParaRPr>
          </a:p>
        </p:txBody>
      </p:sp>
      <p:pic>
        <p:nvPicPr>
          <p:cNvPr id="11" name="Image 7" descr="Une image contenant cercle, créativité&#10;&#10;Le contenu généré par l’IA peut être incorrect.">
            <a:extLst>
              <a:ext uri="{FF2B5EF4-FFF2-40B4-BE49-F238E27FC236}">
                <a16:creationId xmlns:a16="http://schemas.microsoft.com/office/drawing/2014/main" id="{D3028D6D-32B9-4A9B-324A-7FE4E6D34352}"/>
              </a:ext>
            </a:extLst>
          </p:cNvPr>
          <p:cNvPicPr>
            <a:picLocks noChangeAspect="1"/>
          </p:cNvPicPr>
          <p:nvPr/>
        </p:nvPicPr>
        <p:blipFill>
          <a:blip r:embed="rId13"/>
          <a:srcRect l="3896"/>
          <a:stretch>
            <a:fillRect/>
          </a:stretch>
        </p:blipFill>
        <p:spPr>
          <a:xfrm>
            <a:off x="1012734" y="2305312"/>
            <a:ext cx="2042879" cy="1927472"/>
          </a:xfrm>
          <a:prstGeom prst="rect">
            <a:avLst/>
          </a:prstGeom>
          <a:noFill/>
          <a:ln cap="flat">
            <a:noFill/>
          </a:ln>
        </p:spPr>
      </p:pic>
    </p:spTree>
    <p:extLst>
      <p:ext uri="{BB962C8B-B14F-4D97-AF65-F5344CB8AC3E}">
        <p14:creationId xmlns:p14="http://schemas.microsoft.com/office/powerpoint/2010/main" val="24823851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937DA82-A80E-7761-4908-78FE12BC88A3}"/>
              </a:ext>
            </a:extLst>
          </p:cNvPr>
          <p:cNvSpPr>
            <a:spLocks noGrp="1"/>
          </p:cNvSpPr>
          <p:nvPr>
            <p:ph type="body" sz="quarter" idx="4294967295"/>
          </p:nvPr>
        </p:nvSpPr>
        <p:spPr>
          <a:xfrm>
            <a:off x="614855" y="6309146"/>
            <a:ext cx="10906584" cy="536026"/>
          </a:xfrm>
          <a:prstGeom prst="rect">
            <a:avLst/>
          </a:prstGeom>
        </p:spPr>
        <p:txBody>
          <a:bodyPr/>
          <a:lstStyle/>
          <a:p>
            <a:endParaRPr lang="fr-FR" dirty="0"/>
          </a:p>
        </p:txBody>
      </p:sp>
    </p:spTree>
    <p:extLst>
      <p:ext uri="{BB962C8B-B14F-4D97-AF65-F5344CB8AC3E}">
        <p14:creationId xmlns:p14="http://schemas.microsoft.com/office/powerpoint/2010/main" val="1367887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1-COUVERTURE">
  <a:themeElements>
    <a:clrScheme name="JUNIA 25">
      <a:dk1>
        <a:srgbClr val="3F2A56"/>
      </a:dk1>
      <a:lt1>
        <a:srgbClr val="FFFFFF"/>
      </a:lt1>
      <a:dk2>
        <a:srgbClr val="FF5C38"/>
      </a:dk2>
      <a:lt2>
        <a:srgbClr val="FFFFFF"/>
      </a:lt2>
      <a:accent1>
        <a:srgbClr val="61CAD0"/>
      </a:accent1>
      <a:accent2>
        <a:srgbClr val="2FAD66"/>
      </a:accent2>
      <a:accent3>
        <a:srgbClr val="00919B"/>
      </a:accent3>
      <a:accent4>
        <a:srgbClr val="FFB9B5"/>
      </a:accent4>
      <a:accent5>
        <a:srgbClr val="FF5C38"/>
      </a:accent5>
      <a:accent6>
        <a:srgbClr val="8648AA"/>
      </a:accent6>
      <a:hlink>
        <a:srgbClr val="3D2A55"/>
      </a:hlink>
      <a:folHlink>
        <a:srgbClr val="FFFFFF"/>
      </a:folHlink>
    </a:clrScheme>
    <a:fontScheme name="Custom 24">
      <a:majorFont>
        <a:latin typeface="Gilroy-Heavy"/>
        <a:ea typeface=""/>
        <a:cs typeface=""/>
      </a:majorFont>
      <a:minorFont>
        <a:latin typeface="Gilroy-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0611A813-55BB-49F6-BD7B-96428D452493}" vid="{225EDBC1-0415-44ED-872A-3148CDB72EDC}"/>
    </a:ext>
  </a:extLst>
</a:theme>
</file>

<file path=ppt/theme/theme2.xml><?xml version="1.0" encoding="utf-8"?>
<a:theme xmlns:a="http://schemas.openxmlformats.org/drawingml/2006/main" name="2-SOMMAIRE">
  <a:themeElements>
    <a:clrScheme name="JUNIA 25">
      <a:dk1>
        <a:srgbClr val="3F2A56"/>
      </a:dk1>
      <a:lt1>
        <a:srgbClr val="FFFFFF"/>
      </a:lt1>
      <a:dk2>
        <a:srgbClr val="FF5C38"/>
      </a:dk2>
      <a:lt2>
        <a:srgbClr val="FFFFFF"/>
      </a:lt2>
      <a:accent1>
        <a:srgbClr val="61CAD0"/>
      </a:accent1>
      <a:accent2>
        <a:srgbClr val="2FAD66"/>
      </a:accent2>
      <a:accent3>
        <a:srgbClr val="00919B"/>
      </a:accent3>
      <a:accent4>
        <a:srgbClr val="FFB9B5"/>
      </a:accent4>
      <a:accent5>
        <a:srgbClr val="FF5C38"/>
      </a:accent5>
      <a:accent6>
        <a:srgbClr val="8648AA"/>
      </a:accent6>
      <a:hlink>
        <a:srgbClr val="3D2A55"/>
      </a:hlink>
      <a:folHlink>
        <a:srgbClr val="FFFFFF"/>
      </a:folHlink>
    </a:clrScheme>
    <a:fontScheme name="Custom 24">
      <a:majorFont>
        <a:latin typeface="Gilroy-Heavy"/>
        <a:ea typeface=""/>
        <a:cs typeface=""/>
      </a:majorFont>
      <a:minorFont>
        <a:latin typeface="Gilroy-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0611A813-55BB-49F6-BD7B-96428D452493}" vid="{225EDBC1-0415-44ED-872A-3148CDB72EDC}"/>
    </a:ext>
  </a:extLst>
</a:theme>
</file>

<file path=ppt/theme/theme3.xml><?xml version="1.0" encoding="utf-8"?>
<a:theme xmlns:a="http://schemas.openxmlformats.org/drawingml/2006/main" name="3.2-CHAPITRES EXTERNE">
  <a:themeElements>
    <a:clrScheme name="JUNIA 25">
      <a:dk1>
        <a:srgbClr val="3F2A56"/>
      </a:dk1>
      <a:lt1>
        <a:srgbClr val="FFFFFF"/>
      </a:lt1>
      <a:dk2>
        <a:srgbClr val="FF5C38"/>
      </a:dk2>
      <a:lt2>
        <a:srgbClr val="FFFFFF"/>
      </a:lt2>
      <a:accent1>
        <a:srgbClr val="61CAD0"/>
      </a:accent1>
      <a:accent2>
        <a:srgbClr val="2FAD66"/>
      </a:accent2>
      <a:accent3>
        <a:srgbClr val="00919B"/>
      </a:accent3>
      <a:accent4>
        <a:srgbClr val="FFB9B5"/>
      </a:accent4>
      <a:accent5>
        <a:srgbClr val="FF5C38"/>
      </a:accent5>
      <a:accent6>
        <a:srgbClr val="8648AA"/>
      </a:accent6>
      <a:hlink>
        <a:srgbClr val="3D2A55"/>
      </a:hlink>
      <a:folHlink>
        <a:srgbClr val="FFFFFF"/>
      </a:folHlink>
    </a:clrScheme>
    <a:fontScheme name="Custom 24">
      <a:majorFont>
        <a:latin typeface="Gilroy-Heavy"/>
        <a:ea typeface=""/>
        <a:cs typeface=""/>
      </a:majorFont>
      <a:minorFont>
        <a:latin typeface="Gilroy-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0611A813-55BB-49F6-BD7B-96428D452493}" vid="{225EDBC1-0415-44ED-872A-3148CDB72EDC}"/>
    </a:ext>
  </a:extLst>
</a:theme>
</file>

<file path=ppt/theme/theme4.xml><?xml version="1.0" encoding="utf-8"?>
<a:theme xmlns:a="http://schemas.openxmlformats.org/drawingml/2006/main" name="4.1-Corpus INTERNE">
  <a:themeElements>
    <a:clrScheme name="JUNIA 25">
      <a:dk1>
        <a:srgbClr val="3F2A56"/>
      </a:dk1>
      <a:lt1>
        <a:srgbClr val="FFFFFF"/>
      </a:lt1>
      <a:dk2>
        <a:srgbClr val="FF5C38"/>
      </a:dk2>
      <a:lt2>
        <a:srgbClr val="FFFFFF"/>
      </a:lt2>
      <a:accent1>
        <a:srgbClr val="61CAD0"/>
      </a:accent1>
      <a:accent2>
        <a:srgbClr val="2FAD66"/>
      </a:accent2>
      <a:accent3>
        <a:srgbClr val="00919B"/>
      </a:accent3>
      <a:accent4>
        <a:srgbClr val="FFB9B5"/>
      </a:accent4>
      <a:accent5>
        <a:srgbClr val="FF5C38"/>
      </a:accent5>
      <a:accent6>
        <a:srgbClr val="8648AA"/>
      </a:accent6>
      <a:hlink>
        <a:srgbClr val="3D2A55"/>
      </a:hlink>
      <a:folHlink>
        <a:srgbClr val="FFFFFF"/>
      </a:folHlink>
    </a:clrScheme>
    <a:fontScheme name="Custom 24">
      <a:majorFont>
        <a:latin typeface="Gilroy-Heavy"/>
        <a:ea typeface=""/>
        <a:cs typeface=""/>
      </a:majorFont>
      <a:minorFont>
        <a:latin typeface="Gilroy-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0611A813-55BB-49F6-BD7B-96428D452493}" vid="{225EDBC1-0415-44ED-872A-3148CDB72EDC}"/>
    </a:ext>
  </a:extLst>
</a:theme>
</file>

<file path=ppt/theme/theme5.xml><?xml version="1.0" encoding="utf-8"?>
<a:theme xmlns:a="http://schemas.openxmlformats.org/drawingml/2006/main" name="3.1-CHAPITRES INTERNE">
  <a:themeElements>
    <a:clrScheme name="JUNIA 25">
      <a:dk1>
        <a:srgbClr val="3F2A56"/>
      </a:dk1>
      <a:lt1>
        <a:srgbClr val="FFFFFF"/>
      </a:lt1>
      <a:dk2>
        <a:srgbClr val="FF5C38"/>
      </a:dk2>
      <a:lt2>
        <a:srgbClr val="FFFFFF"/>
      </a:lt2>
      <a:accent1>
        <a:srgbClr val="61CAD0"/>
      </a:accent1>
      <a:accent2>
        <a:srgbClr val="2FAD66"/>
      </a:accent2>
      <a:accent3>
        <a:srgbClr val="00919B"/>
      </a:accent3>
      <a:accent4>
        <a:srgbClr val="FFB9B5"/>
      </a:accent4>
      <a:accent5>
        <a:srgbClr val="FF5C38"/>
      </a:accent5>
      <a:accent6>
        <a:srgbClr val="8648AA"/>
      </a:accent6>
      <a:hlink>
        <a:srgbClr val="3D2A55"/>
      </a:hlink>
      <a:folHlink>
        <a:srgbClr val="FFFFFF"/>
      </a:folHlink>
    </a:clrScheme>
    <a:fontScheme name="Custom 24">
      <a:majorFont>
        <a:latin typeface="Gilroy-Heavy"/>
        <a:ea typeface=""/>
        <a:cs typeface=""/>
      </a:majorFont>
      <a:minorFont>
        <a:latin typeface="Gilroy-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0611A813-55BB-49F6-BD7B-96428D452493}" vid="{225EDBC1-0415-44ED-872A-3148CDB72EDC}"/>
    </a:ext>
  </a:extLst>
</a:theme>
</file>

<file path=ppt/theme/theme6.xml><?xml version="1.0" encoding="utf-8"?>
<a:theme xmlns:a="http://schemas.openxmlformats.org/drawingml/2006/main" name="5-Fin">
  <a:themeElements>
    <a:clrScheme name="JUNIA 25">
      <a:dk1>
        <a:srgbClr val="3F2A56"/>
      </a:dk1>
      <a:lt1>
        <a:srgbClr val="FFFFFF"/>
      </a:lt1>
      <a:dk2>
        <a:srgbClr val="FF5C38"/>
      </a:dk2>
      <a:lt2>
        <a:srgbClr val="FFFFFF"/>
      </a:lt2>
      <a:accent1>
        <a:srgbClr val="61CAD0"/>
      </a:accent1>
      <a:accent2>
        <a:srgbClr val="2FAD66"/>
      </a:accent2>
      <a:accent3>
        <a:srgbClr val="00919B"/>
      </a:accent3>
      <a:accent4>
        <a:srgbClr val="FFB9B5"/>
      </a:accent4>
      <a:accent5>
        <a:srgbClr val="FF5C38"/>
      </a:accent5>
      <a:accent6>
        <a:srgbClr val="8648AA"/>
      </a:accent6>
      <a:hlink>
        <a:srgbClr val="3D2A55"/>
      </a:hlink>
      <a:folHlink>
        <a:srgbClr val="FFFFFF"/>
      </a:folHlink>
    </a:clrScheme>
    <a:fontScheme name="Custom 24">
      <a:majorFont>
        <a:latin typeface="Gilroy-Heavy"/>
        <a:ea typeface=""/>
        <a:cs typeface=""/>
      </a:majorFont>
      <a:minorFont>
        <a:latin typeface="Gilroy-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0611A813-55BB-49F6-BD7B-96428D452493}" vid="{225EDBC1-0415-44ED-872A-3148CDB72EDC}"/>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E63D34E541314F80CD24A648ABC5FB" ma:contentTypeVersion="7" ma:contentTypeDescription="Create a new document." ma:contentTypeScope="" ma:versionID="fe3c99d7a639c00420632a79ce9d5da4">
  <xsd:schema xmlns:xsd="http://www.w3.org/2001/XMLSchema" xmlns:xs="http://www.w3.org/2001/XMLSchema" xmlns:p="http://schemas.microsoft.com/office/2006/metadata/properties" xmlns:ns2="cd5233e2-74fb-488a-aed8-75637c784312" targetNamespace="http://schemas.microsoft.com/office/2006/metadata/properties" ma:root="true" ma:fieldsID="e0f7e7fd5fef82a93d029aca2c45b4b9" ns2:_="">
    <xsd:import namespace="cd5233e2-74fb-488a-aed8-75637c78431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5233e2-74fb-488a-aed8-75637c7843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19267CA-BE04-4708-986D-5ACFB4C706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5233e2-74fb-488a-aed8-75637c7843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6DF787-66BF-448A-8949-014FAAC4E55A}">
  <ds:schemaRefs>
    <ds:schemaRef ds:uri="http://schemas.microsoft.com/sharepoint/v3/contenttype/forms"/>
  </ds:schemaRefs>
</ds:datastoreItem>
</file>

<file path=customXml/itemProps3.xml><?xml version="1.0" encoding="utf-8"?>
<ds:datastoreItem xmlns:ds="http://schemas.openxmlformats.org/officeDocument/2006/customXml" ds:itemID="{3851F438-E5AE-4BE6-887F-C389E45EF402}">
  <ds:schemaRefs>
    <ds:schemaRef ds:uri="cd5233e2-74fb-488a-aed8-75637c784312"/>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9f5c8052-b1ea-40d1-8cd5-ea0c204ca84f}" enabled="1" method="Standard" siteId="{19e51c11-d919-4a98-899d-9b9dc33f4e04}" removed="0"/>
</clbl:labelList>
</file>

<file path=docProps/app.xml><?xml version="1.0" encoding="utf-8"?>
<Properties xmlns="http://schemas.openxmlformats.org/officeDocument/2006/extended-properties" xmlns:vt="http://schemas.openxmlformats.org/officeDocument/2006/docPropsVTypes">
  <TotalTime>30</TotalTime>
  <Words>952</Words>
  <Application>Microsoft Office PowerPoint</Application>
  <PresentationFormat>Grand écran</PresentationFormat>
  <Paragraphs>116</Paragraphs>
  <Slides>11</Slides>
  <Notes>9</Notes>
  <HiddenSlides>0</HiddenSlides>
  <MMClips>0</MMClips>
  <ScaleCrop>false</ScaleCrop>
  <HeadingPairs>
    <vt:vector size="6" baseType="variant">
      <vt:variant>
        <vt:lpstr>Polices utilisées</vt:lpstr>
      </vt:variant>
      <vt:variant>
        <vt:i4>5</vt:i4>
      </vt:variant>
      <vt:variant>
        <vt:lpstr>Thème</vt:lpstr>
      </vt:variant>
      <vt:variant>
        <vt:i4>6</vt:i4>
      </vt:variant>
      <vt:variant>
        <vt:lpstr>Titres des diapositives</vt:lpstr>
      </vt:variant>
      <vt:variant>
        <vt:i4>11</vt:i4>
      </vt:variant>
    </vt:vector>
  </HeadingPairs>
  <TitlesOfParts>
    <vt:vector size="22" baseType="lpstr">
      <vt:lpstr>Apple Symbols</vt:lpstr>
      <vt:lpstr>Aptos</vt:lpstr>
      <vt:lpstr>Arial</vt:lpstr>
      <vt:lpstr>Calibri</vt:lpstr>
      <vt:lpstr>GILROY-EXTRABOLD</vt:lpstr>
      <vt:lpstr>1-COUVERTURE</vt:lpstr>
      <vt:lpstr>2-SOMMAIRE</vt:lpstr>
      <vt:lpstr>3.2-CHAPITRES EXTERNE</vt:lpstr>
      <vt:lpstr>4.1-Corpus INTERNE</vt:lpstr>
      <vt:lpstr>3.1-CHAPITRES INTERNE</vt:lpstr>
      <vt:lpstr>5-Fin</vt:lpstr>
      <vt:lpstr>Introduire la notion de marché de l’énergie</vt:lpstr>
      <vt:lpstr>Qu’est-ce qu’un marché de l’énergie ?</vt:lpstr>
      <vt:lpstr>Qu’est-ce qu’un marché de l’énergie ?</vt:lpstr>
      <vt:lpstr>Évolution du secteur énergétique</vt:lpstr>
      <vt:lpstr>Les grands acteurs du système énergétique</vt:lpstr>
      <vt:lpstr>Le rôle de l’État et de la régulation</vt:lpstr>
      <vt:lpstr>Les flux physiques et économiques</vt:lpstr>
      <vt:lpstr>Les grands enjeux du marché de l’énergie</vt:lpstr>
      <vt:lpstr>L’Europe de l’énergie</vt:lpstr>
      <vt:lpstr>Synthèse et transition vers la séance suivante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Bleuenn PIGEON</dc:creator>
  <cp:lastModifiedBy>Aymeric SAS</cp:lastModifiedBy>
  <cp:revision>3</cp:revision>
  <dcterms:created xsi:type="dcterms:W3CDTF">2025-12-16T11:26:10Z</dcterms:created>
  <dcterms:modified xsi:type="dcterms:W3CDTF">2026-01-07T10:21:58Z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0x0101004DE63D34E541314F80CD24A648ABC5FB</vt:lpwstr>
  </property>
</Properties>
</file>