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slideLayouts/slideLayout2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859" r:id="rId5"/>
    <p:sldMasterId id="2147483902" r:id="rId6"/>
    <p:sldMasterId id="2147483879" r:id="rId7"/>
    <p:sldMasterId id="2147483917" r:id="rId8"/>
    <p:sldMasterId id="2147483851" r:id="rId9"/>
    <p:sldMasterId id="2147483928" r:id="rId10"/>
    <p:sldMasterId id="2147483913" r:id="rId11"/>
  </p:sldMasterIdLst>
  <p:notesMasterIdLst>
    <p:notesMasterId r:id="rId29"/>
  </p:notesMasterIdLst>
  <p:sldIdLst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74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55DC4E-2616-4E64-BF48-DA3959E41274}" v="169" dt="2026-01-05T12:20:15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4" d="100"/>
          <a:sy n="44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meric SAS" userId="0709990b-44f5-4bd5-9b81-bd7d889f29cd" providerId="ADAL" clId="{2091728C-5E7A-4D85-9700-94E9CE656D0D}"/>
    <pc:docChg chg="undo redo custSel addSld delSld modSld sldOrd addMainMaster modMainMaster">
      <pc:chgData name="Aymeric SAS" userId="0709990b-44f5-4bd5-9b81-bd7d889f29cd" providerId="ADAL" clId="{2091728C-5E7A-4D85-9700-94E9CE656D0D}" dt="2026-01-05T12:27:03.596" v="3397"/>
      <pc:docMkLst>
        <pc:docMk/>
      </pc:docMkLst>
      <pc:sldChg chg="addSp delSp modSp new add del mod setBg addAnim delAnim delDesignElem">
        <pc:chgData name="Aymeric SAS" userId="0709990b-44f5-4bd5-9b81-bd7d889f29cd" providerId="ADAL" clId="{2091728C-5E7A-4D85-9700-94E9CE656D0D}" dt="2026-01-05T11:51:25.225" v="2981" actId="47"/>
        <pc:sldMkLst>
          <pc:docMk/>
          <pc:sldMk cId="1595096900" sldId="256"/>
        </pc:sldMkLst>
        <pc:spChg chg="mod">
          <ac:chgData name="Aymeric SAS" userId="0709990b-44f5-4bd5-9b81-bd7d889f29cd" providerId="ADAL" clId="{2091728C-5E7A-4D85-9700-94E9CE656D0D}" dt="2026-01-05T11:48:58.383" v="2960"/>
          <ac:spMkLst>
            <pc:docMk/>
            <pc:sldMk cId="1595096900" sldId="256"/>
            <ac:spMk id="6" creationId="{CFBC40EA-EBBD-1249-E2DE-38ECE0B42A29}"/>
          </ac:spMkLst>
        </pc:spChg>
        <pc:grpChg chg="add del">
          <ac:chgData name="Aymeric SAS" userId="0709990b-44f5-4bd5-9b81-bd7d889f29cd" providerId="ADAL" clId="{2091728C-5E7A-4D85-9700-94E9CE656D0D}" dt="2026-01-05T11:48:58.383" v="2960"/>
          <ac:grpSpMkLst>
            <pc:docMk/>
            <pc:sldMk cId="1595096900" sldId="256"/>
            <ac:grpSpMk id="1035" creationId="{5AE92083-24AA-7071-CFD2-79FF2AE8CF8C}"/>
          </ac:grpSpMkLst>
        </pc:grpChg>
      </pc:sldChg>
      <pc:sldChg chg="addSp delSp modSp new del mod setBg delDesignElem">
        <pc:chgData name="Aymeric SAS" userId="0709990b-44f5-4bd5-9b81-bd7d889f29cd" providerId="ADAL" clId="{2091728C-5E7A-4D85-9700-94E9CE656D0D}" dt="2026-01-05T11:52:19.422" v="2991" actId="47"/>
        <pc:sldMkLst>
          <pc:docMk/>
          <pc:sldMk cId="919319129" sldId="257"/>
        </pc:sldMkLst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919319129" sldId="257"/>
            <ac:spMk id="23" creationId="{BACC6370-2D7E-4714-9D71-7542949D7D5D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919319129" sldId="257"/>
            <ac:spMk id="25" creationId="{F68B3F68-107C-434F-AA38-110D5EA91B85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919319129" sldId="257"/>
            <ac:spMk id="27" creationId="{AAD0DBB9-1A4B-4391-81D4-CB19F9AB918A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919319129" sldId="257"/>
            <ac:spMk id="29" creationId="{063BBA22-50EA-4C4D-BE05-F1CE4E63AA56}"/>
          </ac:spMkLst>
        </pc:spChg>
      </pc:sldChg>
      <pc:sldChg chg="addSp delSp modSp new del mod setBg delDesignElem">
        <pc:chgData name="Aymeric SAS" userId="0709990b-44f5-4bd5-9b81-bd7d889f29cd" providerId="ADAL" clId="{2091728C-5E7A-4D85-9700-94E9CE656D0D}" dt="2026-01-05T11:54:45.236" v="3015" actId="47"/>
        <pc:sldMkLst>
          <pc:docMk/>
          <pc:sldMk cId="1374743217" sldId="258"/>
        </pc:sldMkLst>
        <pc:spChg chg="mod">
          <ac:chgData name="Aymeric SAS" userId="0709990b-44f5-4bd5-9b81-bd7d889f29cd" providerId="ADAL" clId="{2091728C-5E7A-4D85-9700-94E9CE656D0D}" dt="2026-01-05T11:48:58.383" v="2960"/>
          <ac:spMkLst>
            <pc:docMk/>
            <pc:sldMk cId="1374743217" sldId="258"/>
            <ac:spMk id="6" creationId="{2EEEEA77-0AE9-2D60-5AEB-567D5A84C4CA}"/>
          </ac:spMkLst>
        </pc:spChg>
        <pc:grpChg chg="add del">
          <ac:chgData name="Aymeric SAS" userId="0709990b-44f5-4bd5-9b81-bd7d889f29cd" providerId="ADAL" clId="{2091728C-5E7A-4D85-9700-94E9CE656D0D}" dt="2026-01-05T11:48:58.383" v="2960"/>
          <ac:grpSpMkLst>
            <pc:docMk/>
            <pc:sldMk cId="1374743217" sldId="258"/>
            <ac:grpSpMk id="1031" creationId="{31C49F18-8757-4E87-5C2E-9D6D7B82BA3B}"/>
          </ac:grpSpMkLst>
        </pc:grpChg>
      </pc:sldChg>
      <pc:sldChg chg="addSp delSp modSp new del mod setBg addAnim delDesignElem">
        <pc:chgData name="Aymeric SAS" userId="0709990b-44f5-4bd5-9b81-bd7d889f29cd" providerId="ADAL" clId="{2091728C-5E7A-4D85-9700-94E9CE656D0D}" dt="2026-01-05T11:57:42.038" v="3046" actId="47"/>
        <pc:sldMkLst>
          <pc:docMk/>
          <pc:sldMk cId="523112673" sldId="259"/>
        </pc:sldMkLst>
        <pc:spChg chg="mod ord">
          <ac:chgData name="Aymeric SAS" userId="0709990b-44f5-4bd5-9b81-bd7d889f29cd" providerId="ADAL" clId="{2091728C-5E7A-4D85-9700-94E9CE656D0D}" dt="2026-01-05T11:48:58.383" v="2960"/>
          <ac:spMkLst>
            <pc:docMk/>
            <pc:sldMk cId="523112673" sldId="259"/>
            <ac:spMk id="4" creationId="{5BE45386-5BE6-165B-03F0-7A36AD3DA4F4}"/>
          </ac:spMkLst>
        </pc:spChg>
        <pc:spChg chg="add del mod">
          <ac:chgData name="Aymeric SAS" userId="0709990b-44f5-4bd5-9b81-bd7d889f29cd" providerId="ADAL" clId="{2091728C-5E7A-4D85-9700-94E9CE656D0D}" dt="2026-01-05T11:48:58.383" v="2960"/>
          <ac:spMkLst>
            <pc:docMk/>
            <pc:sldMk cId="523112673" sldId="259"/>
            <ac:spMk id="2056" creationId="{2B97F24A-32CE-4C1C-A50D-3016B394DCFB}"/>
          </ac:spMkLst>
        </pc:spChg>
        <pc:spChg chg="add del mod">
          <ac:chgData name="Aymeric SAS" userId="0709990b-44f5-4bd5-9b81-bd7d889f29cd" providerId="ADAL" clId="{2091728C-5E7A-4D85-9700-94E9CE656D0D}" dt="2026-01-05T11:48:58.383" v="2960"/>
          <ac:spMkLst>
            <pc:docMk/>
            <pc:sldMk cId="523112673" sldId="259"/>
            <ac:spMk id="2058" creationId="{CD8B4F24-440B-49E9-B85D-733523DC064B}"/>
          </ac:spMkLst>
        </pc:spChg>
      </pc:sldChg>
      <pc:sldChg chg="addSp delSp modSp new add del mod setBg delDesignElem">
        <pc:chgData name="Aymeric SAS" userId="0709990b-44f5-4bd5-9b81-bd7d889f29cd" providerId="ADAL" clId="{2091728C-5E7A-4D85-9700-94E9CE656D0D}" dt="2026-01-05T11:59:06.318" v="3060" actId="47"/>
        <pc:sldMkLst>
          <pc:docMk/>
          <pc:sldMk cId="1980425476" sldId="260"/>
        </pc:sldMkLst>
        <pc:spChg chg="mod ord">
          <ac:chgData name="Aymeric SAS" userId="0709990b-44f5-4bd5-9b81-bd7d889f29cd" providerId="ADAL" clId="{2091728C-5E7A-4D85-9700-94E9CE656D0D}" dt="2026-01-05T11:48:58.383" v="2960"/>
          <ac:spMkLst>
            <pc:docMk/>
            <pc:sldMk cId="1980425476" sldId="260"/>
            <ac:spMk id="4" creationId="{03C525CA-A5EC-E8A3-E47E-DDA26633862E}"/>
          </ac:spMkLst>
        </pc:spChg>
        <pc:spChg chg="mod">
          <ac:chgData name="Aymeric SAS" userId="0709990b-44f5-4bd5-9b81-bd7d889f29cd" providerId="ADAL" clId="{2091728C-5E7A-4D85-9700-94E9CE656D0D}" dt="2026-01-05T11:48:57.957" v="2959"/>
          <ac:spMkLst>
            <pc:docMk/>
            <pc:sldMk cId="1980425476" sldId="260"/>
            <ac:spMk id="8" creationId="{C7CCE71A-2799-4299-7757-1763F04C8690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1980425476" sldId="260"/>
            <ac:spMk id="3100" creationId="{2B97F24A-32CE-4C1C-A50D-3016B394DCFB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1980425476" sldId="260"/>
            <ac:spMk id="3102" creationId="{CD8B4F24-440B-49E9-B85D-733523DC064B}"/>
          </ac:spMkLst>
        </pc:spChg>
      </pc:sldChg>
      <pc:sldChg chg="addSp delSp modSp new del mod setBg delDesignElem">
        <pc:chgData name="Aymeric SAS" userId="0709990b-44f5-4bd5-9b81-bd7d889f29cd" providerId="ADAL" clId="{2091728C-5E7A-4D85-9700-94E9CE656D0D}" dt="2026-01-05T11:59:58.734" v="3073" actId="47"/>
        <pc:sldMkLst>
          <pc:docMk/>
          <pc:sldMk cId="4289056186" sldId="261"/>
        </pc:sldMkLst>
        <pc:spChg chg="mod">
          <ac:chgData name="Aymeric SAS" userId="0709990b-44f5-4bd5-9b81-bd7d889f29cd" providerId="ADAL" clId="{2091728C-5E7A-4D85-9700-94E9CE656D0D}" dt="2026-01-05T11:48:57.957" v="2959"/>
          <ac:spMkLst>
            <pc:docMk/>
            <pc:sldMk cId="4289056186" sldId="261"/>
            <ac:spMk id="2" creationId="{00D8C288-85D5-07F1-0F10-F1E06C9ADB23}"/>
          </ac:spMkLst>
        </pc:spChg>
        <pc:spChg chg="mod ord">
          <ac:chgData name="Aymeric SAS" userId="0709990b-44f5-4bd5-9b81-bd7d889f29cd" providerId="ADAL" clId="{2091728C-5E7A-4D85-9700-94E9CE656D0D}" dt="2026-01-05T11:48:58.383" v="2960"/>
          <ac:spMkLst>
            <pc:docMk/>
            <pc:sldMk cId="4289056186" sldId="261"/>
            <ac:spMk id="4" creationId="{157D1162-7F75-4725-347D-F95D7B13095E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4289056186" sldId="261"/>
            <ac:spMk id="2089" creationId="{2B97F24A-32CE-4C1C-A50D-3016B394DCFB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4289056186" sldId="261"/>
            <ac:spMk id="2090" creationId="{6357EC4F-235E-4222-A36F-C7878ACE37F2}"/>
          </ac:spMkLst>
        </pc:spChg>
      </pc:sldChg>
      <pc:sldChg chg="addSp delSp modSp new del mod setBg delDesignElem">
        <pc:chgData name="Aymeric SAS" userId="0709990b-44f5-4bd5-9b81-bd7d889f29cd" providerId="ADAL" clId="{2091728C-5E7A-4D85-9700-94E9CE656D0D}" dt="2026-01-05T12:03:56.428" v="3122" actId="47"/>
        <pc:sldMkLst>
          <pc:docMk/>
          <pc:sldMk cId="854923089" sldId="262"/>
        </pc:sldMkLst>
        <pc:spChg chg="mod">
          <ac:chgData name="Aymeric SAS" userId="0709990b-44f5-4bd5-9b81-bd7d889f29cd" providerId="ADAL" clId="{2091728C-5E7A-4D85-9700-94E9CE656D0D}" dt="2026-01-05T11:48:57.957" v="2959"/>
          <ac:spMkLst>
            <pc:docMk/>
            <pc:sldMk cId="854923089" sldId="262"/>
            <ac:spMk id="4" creationId="{90C9E388-C6B1-2AAF-0FF9-CF3AE8901AE2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854923089" sldId="262"/>
            <ac:spMk id="5129" creationId="{058A14AF-9FB5-4CC7-BA35-E8E85D3EDF0E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854923089" sldId="262"/>
            <ac:spMk id="5131" creationId="{3A9A4357-BD1D-4622-A4FE-766E6AB8DE84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854923089" sldId="262"/>
            <ac:spMk id="5133" creationId="{E659831F-0D9A-4C63-9EBB-8435B85A440F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854923089" sldId="262"/>
            <ac:spMk id="5135" creationId="{E6995CE5-F890-4ABA-82A2-26507CE8D2A3}"/>
          </ac:spMkLst>
        </pc:spChg>
      </pc:sldChg>
      <pc:sldChg chg="addSp delSp modSp new del mod setBg delDesignElem">
        <pc:chgData name="Aymeric SAS" userId="0709990b-44f5-4bd5-9b81-bd7d889f29cd" providerId="ADAL" clId="{2091728C-5E7A-4D85-9700-94E9CE656D0D}" dt="2026-01-05T12:10:08.650" v="3192" actId="47"/>
        <pc:sldMkLst>
          <pc:docMk/>
          <pc:sldMk cId="857781781" sldId="264"/>
        </pc:sldMkLst>
        <pc:spChg chg="mod">
          <ac:chgData name="Aymeric SAS" userId="0709990b-44f5-4bd5-9b81-bd7d889f29cd" providerId="ADAL" clId="{2091728C-5E7A-4D85-9700-94E9CE656D0D}" dt="2026-01-05T11:48:57.957" v="2959"/>
          <ac:spMkLst>
            <pc:docMk/>
            <pc:sldMk cId="857781781" sldId="264"/>
            <ac:spMk id="2" creationId="{769A9A1D-1B2C-45F5-BBA6-EA0BDBFDF788}"/>
          </ac:spMkLst>
        </pc:spChg>
        <pc:spChg chg="mod ord">
          <ac:chgData name="Aymeric SAS" userId="0709990b-44f5-4bd5-9b81-bd7d889f29cd" providerId="ADAL" clId="{2091728C-5E7A-4D85-9700-94E9CE656D0D}" dt="2026-01-05T11:48:58.383" v="2960"/>
          <ac:spMkLst>
            <pc:docMk/>
            <pc:sldMk cId="857781781" sldId="264"/>
            <ac:spMk id="4" creationId="{6E5F86D9-9BDA-6CBB-65E3-68B36E3FF17A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857781781" sldId="264"/>
            <ac:spMk id="8201" creationId="{2B97F24A-32CE-4C1C-A50D-3016B394DCFB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857781781" sldId="264"/>
            <ac:spMk id="8203" creationId="{CD8B4F24-440B-49E9-B85D-733523DC064B}"/>
          </ac:spMkLst>
        </pc:spChg>
      </pc:sldChg>
      <pc:sldChg chg="addSp delSp modSp new del mod setBg delDesignElem">
        <pc:chgData name="Aymeric SAS" userId="0709990b-44f5-4bd5-9b81-bd7d889f29cd" providerId="ADAL" clId="{2091728C-5E7A-4D85-9700-94E9CE656D0D}" dt="2026-01-05T12:12:06.105" v="3225" actId="47"/>
        <pc:sldMkLst>
          <pc:docMk/>
          <pc:sldMk cId="2684828221" sldId="265"/>
        </pc:sldMkLst>
        <pc:spChg chg="mod ord">
          <ac:chgData name="Aymeric SAS" userId="0709990b-44f5-4bd5-9b81-bd7d889f29cd" providerId="ADAL" clId="{2091728C-5E7A-4D85-9700-94E9CE656D0D}" dt="2026-01-05T11:48:58.383" v="2960"/>
          <ac:spMkLst>
            <pc:docMk/>
            <pc:sldMk cId="2684828221" sldId="265"/>
            <ac:spMk id="4" creationId="{AEF102C8-8B0B-335A-A067-112EA7ADCA3D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2684828221" sldId="265"/>
            <ac:spMk id="10249" creationId="{2B97F24A-32CE-4C1C-A50D-3016B394DCFB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2684828221" sldId="265"/>
            <ac:spMk id="10251" creationId="{CD8B4F24-440B-49E9-B85D-733523DC064B}"/>
          </ac:spMkLst>
        </pc:spChg>
      </pc:sldChg>
      <pc:sldChg chg="addSp delSp modSp new del mod setBg delDesignElem">
        <pc:chgData name="Aymeric SAS" userId="0709990b-44f5-4bd5-9b81-bd7d889f29cd" providerId="ADAL" clId="{2091728C-5E7A-4D85-9700-94E9CE656D0D}" dt="2026-01-05T12:15:18.483" v="3265" actId="47"/>
        <pc:sldMkLst>
          <pc:docMk/>
          <pc:sldMk cId="1351309595" sldId="266"/>
        </pc:sldMkLst>
        <pc:spChg chg="mod">
          <ac:chgData name="Aymeric SAS" userId="0709990b-44f5-4bd5-9b81-bd7d889f29cd" providerId="ADAL" clId="{2091728C-5E7A-4D85-9700-94E9CE656D0D}" dt="2026-01-05T11:48:57.957" v="2959"/>
          <ac:spMkLst>
            <pc:docMk/>
            <pc:sldMk cId="1351309595" sldId="266"/>
            <ac:spMk id="4" creationId="{5766023A-6FAB-A7EE-8BF9-76B0BB67A4EC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1351309595" sldId="266"/>
            <ac:spMk id="11281" creationId="{B91ECDA9-56DC-4270-8F33-01C5637B8CEB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1351309595" sldId="266"/>
            <ac:spMk id="11282" creationId="{1CD81A2A-6ED4-4EF4-A14C-912D31E14800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1351309595" sldId="266"/>
            <ac:spMk id="11283" creationId="{75F47824-961D-465D-84F9-EAE11BC6173B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1351309595" sldId="266"/>
            <ac:spMk id="11284" creationId="{1661932C-CA15-4E17-B115-FAE7CBEE4789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1351309595" sldId="266"/>
            <ac:spMk id="11285" creationId="{FEC9DA3E-C1D7-472D-B7C0-F71AE41FBA23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1351309595" sldId="266"/>
            <ac:spMk id="11286" creationId="{8590ADD5-9383-4D3D-9047-3DA2593CCB5D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1351309595" sldId="266"/>
            <ac:spMk id="11287" creationId="{DABE3E45-88CF-45D8-8D40-C773324D93F6}"/>
          </ac:spMkLst>
        </pc:spChg>
        <pc:cxnChg chg="add del">
          <ac:chgData name="Aymeric SAS" userId="0709990b-44f5-4bd5-9b81-bd7d889f29cd" providerId="ADAL" clId="{2091728C-5E7A-4D85-9700-94E9CE656D0D}" dt="2026-01-05T11:48:58.383" v="2960"/>
          <ac:cxnSpMkLst>
            <pc:docMk/>
            <pc:sldMk cId="1351309595" sldId="266"/>
            <ac:cxnSpMk id="11288" creationId="{49CD1692-827B-4C8D-B4A1-134FD04CF45C}"/>
          </ac:cxnSpMkLst>
        </pc:cxnChg>
      </pc:sldChg>
      <pc:sldChg chg="addSp delSp modSp new del mod setBg delAnim modAnim delDesignElem">
        <pc:chgData name="Aymeric SAS" userId="0709990b-44f5-4bd5-9b81-bd7d889f29cd" providerId="ADAL" clId="{2091728C-5E7A-4D85-9700-94E9CE656D0D}" dt="2026-01-05T12:16:10.452" v="3287" actId="47"/>
        <pc:sldMkLst>
          <pc:docMk/>
          <pc:sldMk cId="2172151718" sldId="267"/>
        </pc:sldMkLst>
        <pc:spChg chg="mod ord">
          <ac:chgData name="Aymeric SAS" userId="0709990b-44f5-4bd5-9b81-bd7d889f29cd" providerId="ADAL" clId="{2091728C-5E7A-4D85-9700-94E9CE656D0D}" dt="2026-01-05T11:48:58.383" v="2960"/>
          <ac:spMkLst>
            <pc:docMk/>
            <pc:sldMk cId="2172151718" sldId="267"/>
            <ac:spMk id="4" creationId="{DBEDF98D-27A4-0C83-1B01-F59819418586}"/>
          </ac:spMkLst>
        </pc:spChg>
        <pc:grpChg chg="add del">
          <ac:chgData name="Aymeric SAS" userId="0709990b-44f5-4bd5-9b81-bd7d889f29cd" providerId="ADAL" clId="{2091728C-5E7A-4D85-9700-94E9CE656D0D}" dt="2026-01-05T11:48:58.383" v="2960"/>
          <ac:grpSpMkLst>
            <pc:docMk/>
            <pc:sldMk cId="2172151718" sldId="267"/>
            <ac:grpSpMk id="22" creationId="{D19F7815-3AA2-7679-26F4-A63338C8BD5B}"/>
          </ac:grpSpMkLst>
        </pc:grpChg>
      </pc:sldChg>
      <pc:sldChg chg="addSp delSp modSp new add del mod setBg delDesignElem">
        <pc:chgData name="Aymeric SAS" userId="0709990b-44f5-4bd5-9b81-bd7d889f29cd" providerId="ADAL" clId="{2091728C-5E7A-4D85-9700-94E9CE656D0D}" dt="2026-01-05T12:18:53.599" v="3361" actId="47"/>
        <pc:sldMkLst>
          <pc:docMk/>
          <pc:sldMk cId="104328385" sldId="269"/>
        </pc:sldMkLst>
        <pc:spChg chg="mod">
          <ac:chgData name="Aymeric SAS" userId="0709990b-44f5-4bd5-9b81-bd7d889f29cd" providerId="ADAL" clId="{2091728C-5E7A-4D85-9700-94E9CE656D0D}" dt="2026-01-05T11:48:58.383" v="2960"/>
          <ac:spMkLst>
            <pc:docMk/>
            <pc:sldMk cId="104328385" sldId="269"/>
            <ac:spMk id="4" creationId="{96F2A514-093C-8A7A-C92F-D5BA9C4F06EE}"/>
          </ac:spMkLst>
        </pc:spChg>
        <pc:spChg chg="add del mod">
          <ac:chgData name="Aymeric SAS" userId="0709990b-44f5-4bd5-9b81-bd7d889f29cd" providerId="ADAL" clId="{2091728C-5E7A-4D85-9700-94E9CE656D0D}" dt="2026-01-05T11:48:58.383" v="2960"/>
          <ac:spMkLst>
            <pc:docMk/>
            <pc:sldMk cId="104328385" sldId="269"/>
            <ac:spMk id="13325" creationId="{EDDBB197-D710-4A4F-A9CA-FD2177498BE8}"/>
          </ac:spMkLst>
        </pc:spChg>
        <pc:spChg chg="add del mod">
          <ac:chgData name="Aymeric SAS" userId="0709990b-44f5-4bd5-9b81-bd7d889f29cd" providerId="ADAL" clId="{2091728C-5E7A-4D85-9700-94E9CE656D0D}" dt="2026-01-05T11:48:58.383" v="2960"/>
          <ac:spMkLst>
            <pc:docMk/>
            <pc:sldMk cId="104328385" sldId="269"/>
            <ac:spMk id="13327" creationId="{975D1CFA-2CDB-4B64-BD9F-85744E8DA12F}"/>
          </ac:spMkLst>
        </pc:spChg>
        <pc:grpChg chg="add del">
          <ac:chgData name="Aymeric SAS" userId="0709990b-44f5-4bd5-9b81-bd7d889f29cd" providerId="ADAL" clId="{2091728C-5E7A-4D85-9700-94E9CE656D0D}" dt="2026-01-05T11:48:58.383" v="2960"/>
          <ac:grpSpMkLst>
            <pc:docMk/>
            <pc:sldMk cId="104328385" sldId="269"/>
            <ac:grpSpMk id="13329" creationId="{25EE5136-01F1-466C-962D-BA9B4C6757AA}"/>
          </ac:grpSpMkLst>
        </pc:grpChg>
      </pc:sldChg>
      <pc:sldChg chg="addSp delSp modSp new del mod setBg delDesignElem">
        <pc:chgData name="Aymeric SAS" userId="0709990b-44f5-4bd5-9b81-bd7d889f29cd" providerId="ADAL" clId="{2091728C-5E7A-4D85-9700-94E9CE656D0D}" dt="2026-01-05T12:20:56.853" v="3390" actId="47"/>
        <pc:sldMkLst>
          <pc:docMk/>
          <pc:sldMk cId="394011738" sldId="270"/>
        </pc:sldMkLst>
        <pc:spChg chg="mod">
          <ac:chgData name="Aymeric SAS" userId="0709990b-44f5-4bd5-9b81-bd7d889f29cd" providerId="ADAL" clId="{2091728C-5E7A-4D85-9700-94E9CE656D0D}" dt="2026-01-05T11:48:57.957" v="2959"/>
          <ac:spMkLst>
            <pc:docMk/>
            <pc:sldMk cId="394011738" sldId="270"/>
            <ac:spMk id="4" creationId="{27CA9A51-0AB3-C887-B903-D77A8E8C1825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394011738" sldId="270"/>
            <ac:spMk id="8214" creationId="{7517A47C-B2E5-4B79-8061-D74B1311AF6E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394011738" sldId="270"/>
            <ac:spMk id="8216" creationId="{C505E780-2083-4CB5-A42A-5E0E2908ECC3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394011738" sldId="270"/>
            <ac:spMk id="8218" creationId="{D2C0AE1C-0118-41AE-8A10-7CDCBF10E96F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394011738" sldId="270"/>
            <ac:spMk id="8220" creationId="{463EEC44-1BA3-44ED-81FC-A644B04B2A44}"/>
          </ac:spMkLst>
        </pc:spChg>
      </pc:sldChg>
      <pc:sldChg chg="addSp delSp modSp new mod">
        <pc:chgData name="Aymeric SAS" userId="0709990b-44f5-4bd5-9b81-bd7d889f29cd" providerId="ADAL" clId="{2091728C-5E7A-4D85-9700-94E9CE656D0D}" dt="2026-01-05T11:48:58.383" v="2960"/>
        <pc:sldMkLst>
          <pc:docMk/>
          <pc:sldMk cId="865817282" sldId="274"/>
        </pc:sldMkLst>
        <pc:spChg chg="mod">
          <ac:chgData name="Aymeric SAS" userId="0709990b-44f5-4bd5-9b81-bd7d889f29cd" providerId="ADAL" clId="{2091728C-5E7A-4D85-9700-94E9CE656D0D}" dt="2026-01-05T11:48:58.383" v="2960"/>
          <ac:spMkLst>
            <pc:docMk/>
            <pc:sldMk cId="865817282" sldId="274"/>
            <ac:spMk id="2" creationId="{39BB1CC2-B9A6-A569-BDE1-84EFB4D47128}"/>
          </ac:spMkLst>
        </pc:spChg>
        <pc:spChg chg="mod">
          <ac:chgData name="Aymeric SAS" userId="0709990b-44f5-4bd5-9b81-bd7d889f29cd" providerId="ADAL" clId="{2091728C-5E7A-4D85-9700-94E9CE656D0D}" dt="2026-01-05T11:48:58.383" v="2960"/>
          <ac:spMkLst>
            <pc:docMk/>
            <pc:sldMk cId="865817282" sldId="274"/>
            <ac:spMk id="5" creationId="{4C17F237-D580-404F-23CA-CC1457B75CFA}"/>
          </ac:spMkLst>
        </pc:spChg>
      </pc:sldChg>
      <pc:sldChg chg="addSp delSp modSp new del mod setBg delDesignElem">
        <pc:chgData name="Aymeric SAS" userId="0709990b-44f5-4bd5-9b81-bd7d889f29cd" providerId="ADAL" clId="{2091728C-5E7A-4D85-9700-94E9CE656D0D}" dt="2026-01-05T12:03:32.646" v="3119" actId="47"/>
        <pc:sldMkLst>
          <pc:docMk/>
          <pc:sldMk cId="680890238" sldId="276"/>
        </pc:sldMkLst>
        <pc:spChg chg="mod">
          <ac:chgData name="Aymeric SAS" userId="0709990b-44f5-4bd5-9b81-bd7d889f29cd" providerId="ADAL" clId="{2091728C-5E7A-4D85-9700-94E9CE656D0D}" dt="2026-01-05T11:48:57.957" v="2959"/>
          <ac:spMkLst>
            <pc:docMk/>
            <pc:sldMk cId="680890238" sldId="276"/>
            <ac:spMk id="4" creationId="{E187CB09-8B79-EE56-69F0-AB0F2B5490D9}"/>
          </ac:spMkLst>
        </pc:spChg>
        <pc:spChg chg="add del mod">
          <ac:chgData name="Aymeric SAS" userId="0709990b-44f5-4bd5-9b81-bd7d889f29cd" providerId="ADAL" clId="{2091728C-5E7A-4D85-9700-94E9CE656D0D}" dt="2026-01-05T11:48:58.383" v="2960"/>
          <ac:spMkLst>
            <pc:docMk/>
            <pc:sldMk cId="680890238" sldId="276"/>
            <ac:spMk id="17434" creationId="{FFB60E8C-7224-44A4-87A0-46A1711DD2ED}"/>
          </ac:spMkLst>
        </pc:spChg>
        <pc:spChg chg="add del mod">
          <ac:chgData name="Aymeric SAS" userId="0709990b-44f5-4bd5-9b81-bd7d889f29cd" providerId="ADAL" clId="{2091728C-5E7A-4D85-9700-94E9CE656D0D}" dt="2026-01-05T11:48:58.383" v="2960"/>
          <ac:spMkLst>
            <pc:docMk/>
            <pc:sldMk cId="680890238" sldId="276"/>
            <ac:spMk id="17436" creationId="{5DA32751-37A2-45C0-BE94-63D375E27003}"/>
          </ac:spMkLst>
        </pc:spChg>
        <pc:spChg chg="add del mod">
          <ac:chgData name="Aymeric SAS" userId="0709990b-44f5-4bd5-9b81-bd7d889f29cd" providerId="ADAL" clId="{2091728C-5E7A-4D85-9700-94E9CE656D0D}" dt="2026-01-05T11:48:58.383" v="2960"/>
          <ac:spMkLst>
            <pc:docMk/>
            <pc:sldMk cId="680890238" sldId="276"/>
            <ac:spMk id="17438" creationId="{E659831F-0D9A-4C63-9EBB-8435B85A440F}"/>
          </ac:spMkLst>
        </pc:spChg>
        <pc:spChg chg="add del mod">
          <ac:chgData name="Aymeric SAS" userId="0709990b-44f5-4bd5-9b81-bd7d889f29cd" providerId="ADAL" clId="{2091728C-5E7A-4D85-9700-94E9CE656D0D}" dt="2026-01-05T11:48:58.383" v="2960"/>
          <ac:spMkLst>
            <pc:docMk/>
            <pc:sldMk cId="680890238" sldId="276"/>
            <ac:spMk id="17440" creationId="{5A55FBCD-CD42-40F5-8A1B-3203F9CAEEAA}"/>
          </ac:spMkLst>
        </pc:spChg>
      </pc:sldChg>
      <pc:sldChg chg="addSp delSp modSp add del mod delDesignElem">
        <pc:chgData name="Aymeric SAS" userId="0709990b-44f5-4bd5-9b81-bd7d889f29cd" providerId="ADAL" clId="{2091728C-5E7A-4D85-9700-94E9CE656D0D}" dt="2026-01-05T12:08:56.305" v="3179" actId="47"/>
        <pc:sldMkLst>
          <pc:docMk/>
          <pc:sldMk cId="2832205314" sldId="277"/>
        </pc:sldMkLst>
        <pc:spChg chg="mod">
          <ac:chgData name="Aymeric SAS" userId="0709990b-44f5-4bd5-9b81-bd7d889f29cd" providerId="ADAL" clId="{2091728C-5E7A-4D85-9700-94E9CE656D0D}" dt="2026-01-05T11:48:57.957" v="2959"/>
          <ac:spMkLst>
            <pc:docMk/>
            <pc:sldMk cId="2832205314" sldId="277"/>
            <ac:spMk id="4" creationId="{22C3B2CE-619B-81B4-F9AB-403757F980A1}"/>
          </ac:spMkLst>
        </pc:spChg>
        <pc:spChg chg="mod">
          <ac:chgData name="Aymeric SAS" userId="0709990b-44f5-4bd5-9b81-bd7d889f29cd" providerId="ADAL" clId="{2091728C-5E7A-4D85-9700-94E9CE656D0D}" dt="2026-01-05T12:05:51.135" v="3137"/>
          <ac:spMkLst>
            <pc:docMk/>
            <pc:sldMk cId="2832205314" sldId="277"/>
            <ac:spMk id="12" creationId="{41BD22FA-4DD6-1393-AD97-ED4704BEEBEA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2832205314" sldId="277"/>
            <ac:spMk id="17434" creationId="{806B176E-552C-CBF4-2E20-EE533151D710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2832205314" sldId="277"/>
            <ac:spMk id="17436" creationId="{47D7BBFC-EED9-0DD5-5730-FAF8F1DE4619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2832205314" sldId="277"/>
            <ac:spMk id="17438" creationId="{022AD26B-8FE0-D60F-0BF0-22D5748FD850}"/>
          </ac:spMkLst>
        </pc:spChg>
        <pc:spChg chg="add del">
          <ac:chgData name="Aymeric SAS" userId="0709990b-44f5-4bd5-9b81-bd7d889f29cd" providerId="ADAL" clId="{2091728C-5E7A-4D85-9700-94E9CE656D0D}" dt="2026-01-05T11:48:58.383" v="2960"/>
          <ac:spMkLst>
            <pc:docMk/>
            <pc:sldMk cId="2832205314" sldId="277"/>
            <ac:spMk id="17440" creationId="{EE2CF561-A6AF-3D40-1B00-E30774E81F38}"/>
          </ac:spMkLst>
        </pc:spChg>
        <pc:picChg chg="mod">
          <ac:chgData name="Aymeric SAS" userId="0709990b-44f5-4bd5-9b81-bd7d889f29cd" providerId="ADAL" clId="{2091728C-5E7A-4D85-9700-94E9CE656D0D}" dt="2026-01-05T11:48:57.458" v="2957"/>
          <ac:picMkLst>
            <pc:docMk/>
            <pc:sldMk cId="2832205314" sldId="277"/>
            <ac:picMk id="15" creationId="{8C2AB831-AE8A-93BB-AAF4-F6D2FE9C887F}"/>
          </ac:picMkLst>
        </pc:picChg>
      </pc:sldChg>
      <pc:sldChg chg="modSp add mod">
        <pc:chgData name="Aymeric SAS" userId="0709990b-44f5-4bd5-9b81-bd7d889f29cd" providerId="ADAL" clId="{2091728C-5E7A-4D85-9700-94E9CE656D0D}" dt="2026-01-05T11:51:22.678" v="2980" actId="14826"/>
        <pc:sldMkLst>
          <pc:docMk/>
          <pc:sldMk cId="1025345488" sldId="278"/>
        </pc:sldMkLst>
        <pc:spChg chg="mod">
          <ac:chgData name="Aymeric SAS" userId="0709990b-44f5-4bd5-9b81-bd7d889f29cd" providerId="ADAL" clId="{2091728C-5E7A-4D85-9700-94E9CE656D0D}" dt="2026-01-05T11:51:03.719" v="2977"/>
          <ac:spMkLst>
            <pc:docMk/>
            <pc:sldMk cId="1025345488" sldId="278"/>
            <ac:spMk id="3" creationId="{A0A36B49-3E6A-1F81-19D7-E56187CFB98B}"/>
          </ac:spMkLst>
        </pc:spChg>
        <pc:spChg chg="mod">
          <ac:chgData name="Aymeric SAS" userId="0709990b-44f5-4bd5-9b81-bd7d889f29cd" providerId="ADAL" clId="{2091728C-5E7A-4D85-9700-94E9CE656D0D}" dt="2026-01-05T11:50:53.169" v="2976" actId="20577"/>
          <ac:spMkLst>
            <pc:docMk/>
            <pc:sldMk cId="1025345488" sldId="278"/>
            <ac:spMk id="5" creationId="{A05FA7BB-14FB-A392-9740-4FA6DB2AB820}"/>
          </ac:spMkLst>
        </pc:spChg>
        <pc:picChg chg="mod">
          <ac:chgData name="Aymeric SAS" userId="0709990b-44f5-4bd5-9b81-bd7d889f29cd" providerId="ADAL" clId="{2091728C-5E7A-4D85-9700-94E9CE656D0D}" dt="2026-01-05T11:51:22.678" v="2980" actId="14826"/>
          <ac:picMkLst>
            <pc:docMk/>
            <pc:sldMk cId="1025345488" sldId="278"/>
            <ac:picMk id="6" creationId="{06DAA2EF-28A6-0D22-1D80-86C084663806}"/>
          </ac:picMkLst>
        </pc:picChg>
      </pc:sldChg>
      <pc:sldChg chg="modSp add mod">
        <pc:chgData name="Aymeric SAS" userId="0709990b-44f5-4bd5-9b81-bd7d889f29cd" providerId="ADAL" clId="{2091728C-5E7A-4D85-9700-94E9CE656D0D}" dt="2026-01-05T11:53:02.744" v="3000" actId="404"/>
        <pc:sldMkLst>
          <pc:docMk/>
          <pc:sldMk cId="841717994" sldId="279"/>
        </pc:sldMkLst>
        <pc:spChg chg="mod">
          <ac:chgData name="Aymeric SAS" userId="0709990b-44f5-4bd5-9b81-bd7d889f29cd" providerId="ADAL" clId="{2091728C-5E7A-4D85-9700-94E9CE656D0D}" dt="2026-01-05T11:52:55.686" v="2998" actId="1076"/>
          <ac:spMkLst>
            <pc:docMk/>
            <pc:sldMk cId="841717994" sldId="279"/>
            <ac:spMk id="2" creationId="{DADC935F-4B2D-D05B-F423-8E01C8962D8E}"/>
          </ac:spMkLst>
        </pc:spChg>
        <pc:spChg chg="mod">
          <ac:chgData name="Aymeric SAS" userId="0709990b-44f5-4bd5-9b81-bd7d889f29cd" providerId="ADAL" clId="{2091728C-5E7A-4D85-9700-94E9CE656D0D}" dt="2026-01-05T11:52:41.951" v="2996" actId="255"/>
          <ac:spMkLst>
            <pc:docMk/>
            <pc:sldMk cId="841717994" sldId="279"/>
            <ac:spMk id="3" creationId="{887A3485-E720-5CBF-B4B6-9927B4138552}"/>
          </ac:spMkLst>
        </pc:spChg>
        <pc:spChg chg="mod">
          <ac:chgData name="Aymeric SAS" userId="0709990b-44f5-4bd5-9b81-bd7d889f29cd" providerId="ADAL" clId="{2091728C-5E7A-4D85-9700-94E9CE656D0D}" dt="2026-01-05T11:52:59.328" v="2999" actId="404"/>
          <ac:spMkLst>
            <pc:docMk/>
            <pc:sldMk cId="841717994" sldId="279"/>
            <ac:spMk id="4" creationId="{4406262F-D46A-F769-F93F-194D579FF505}"/>
          </ac:spMkLst>
        </pc:spChg>
        <pc:spChg chg="mod">
          <ac:chgData name="Aymeric SAS" userId="0709990b-44f5-4bd5-9b81-bd7d889f29cd" providerId="ADAL" clId="{2091728C-5E7A-4D85-9700-94E9CE656D0D}" dt="2026-01-05T11:53:02.744" v="3000" actId="404"/>
          <ac:spMkLst>
            <pc:docMk/>
            <pc:sldMk cId="841717994" sldId="279"/>
            <ac:spMk id="7" creationId="{E6D0CC02-EDB7-73B1-0A7B-4F8D86A9EB68}"/>
          </ac:spMkLst>
        </pc:spChg>
        <pc:spChg chg="mod">
          <ac:chgData name="Aymeric SAS" userId="0709990b-44f5-4bd5-9b81-bd7d889f29cd" providerId="ADAL" clId="{2091728C-5E7A-4D85-9700-94E9CE656D0D}" dt="2026-01-05T11:52:31.949" v="2993" actId="404"/>
          <ac:spMkLst>
            <pc:docMk/>
            <pc:sldMk cId="841717994" sldId="279"/>
            <ac:spMk id="22" creationId="{2EDA29FD-A85B-8646-F714-A68CB96EBAF0}"/>
          </ac:spMkLst>
        </pc:spChg>
        <pc:spChg chg="mod">
          <ac:chgData name="Aymeric SAS" userId="0709990b-44f5-4bd5-9b81-bd7d889f29cd" providerId="ADAL" clId="{2091728C-5E7A-4D85-9700-94E9CE656D0D}" dt="2026-01-05T11:52:28.080" v="2992" actId="404"/>
          <ac:spMkLst>
            <pc:docMk/>
            <pc:sldMk cId="841717994" sldId="279"/>
            <ac:spMk id="23" creationId="{70F329AA-78F2-5BD0-1D32-45D3A60AF1E5}"/>
          </ac:spMkLst>
        </pc:spChg>
      </pc:sldChg>
      <pc:sldChg chg="modSp add del mod">
        <pc:chgData name="Aymeric SAS" userId="0709990b-44f5-4bd5-9b81-bd7d889f29cd" providerId="ADAL" clId="{2091728C-5E7A-4D85-9700-94E9CE656D0D}" dt="2026-01-05T11:49:25.640" v="2970"/>
        <pc:sldMkLst>
          <pc:docMk/>
          <pc:sldMk cId="1025345488" sldId="279"/>
        </pc:sldMkLst>
        <pc:spChg chg="mod">
          <ac:chgData name="Aymeric SAS" userId="0709990b-44f5-4bd5-9b81-bd7d889f29cd" providerId="ADAL" clId="{2091728C-5E7A-4D85-9700-94E9CE656D0D}" dt="2026-01-05T11:49:25.243" v="2969"/>
          <ac:spMkLst>
            <pc:docMk/>
            <pc:sldMk cId="1025345488" sldId="279"/>
            <ac:spMk id="5" creationId="{A05FA7BB-14FB-A392-9740-4FA6DB2AB820}"/>
          </ac:spMkLst>
        </pc:spChg>
      </pc:sldChg>
      <pc:sldChg chg="addSp delSp modSp add mod">
        <pc:chgData name="Aymeric SAS" userId="0709990b-44f5-4bd5-9b81-bd7d889f29cd" providerId="ADAL" clId="{2091728C-5E7A-4D85-9700-94E9CE656D0D}" dt="2026-01-05T12:14:08.026" v="3247" actId="207"/>
        <pc:sldMkLst>
          <pc:docMk/>
          <pc:sldMk cId="680866590" sldId="280"/>
        </pc:sldMkLst>
        <pc:spChg chg="mod ord">
          <ac:chgData name="Aymeric SAS" userId="0709990b-44f5-4bd5-9b81-bd7d889f29cd" providerId="ADAL" clId="{2091728C-5E7A-4D85-9700-94E9CE656D0D}" dt="2026-01-05T11:55:43.793" v="3022" actId="1076"/>
          <ac:spMkLst>
            <pc:docMk/>
            <pc:sldMk cId="680866590" sldId="280"/>
            <ac:spMk id="3" creationId="{CA750865-48C6-ED0A-A0FA-BF5B6E3F68AB}"/>
          </ac:spMkLst>
        </pc:spChg>
        <pc:spChg chg="add mod">
          <ac:chgData name="Aymeric SAS" userId="0709990b-44f5-4bd5-9b81-bd7d889f29cd" providerId="ADAL" clId="{2091728C-5E7A-4D85-9700-94E9CE656D0D}" dt="2026-01-05T11:55:16.508" v="3019" actId="1076"/>
          <ac:spMkLst>
            <pc:docMk/>
            <pc:sldMk cId="680866590" sldId="280"/>
            <ac:spMk id="5" creationId="{0B074E4A-6F7F-FBA1-5F11-D8D3E36ED2F4}"/>
          </ac:spMkLst>
        </pc:spChg>
        <pc:spChg chg="mod ord">
          <ac:chgData name="Aymeric SAS" userId="0709990b-44f5-4bd5-9b81-bd7d889f29cd" providerId="ADAL" clId="{2091728C-5E7A-4D85-9700-94E9CE656D0D}" dt="2026-01-05T12:14:08.026" v="3247" actId="207"/>
          <ac:spMkLst>
            <pc:docMk/>
            <pc:sldMk cId="680866590" sldId="280"/>
            <ac:spMk id="8" creationId="{54C0152D-6633-2363-97C8-63A5A081EA89}"/>
          </ac:spMkLst>
        </pc:spChg>
        <pc:picChg chg="add mod">
          <ac:chgData name="Aymeric SAS" userId="0709990b-44f5-4bd5-9b81-bd7d889f29cd" providerId="ADAL" clId="{2091728C-5E7A-4D85-9700-94E9CE656D0D}" dt="2026-01-05T11:55:16.508" v="3019" actId="1076"/>
          <ac:picMkLst>
            <pc:docMk/>
            <pc:sldMk cId="680866590" sldId="280"/>
            <ac:picMk id="2" creationId="{946411B6-F94F-9033-E365-C5E0CA884468}"/>
          </ac:picMkLst>
        </pc:picChg>
        <pc:picChg chg="del">
          <ac:chgData name="Aymeric SAS" userId="0709990b-44f5-4bd5-9b81-bd7d889f29cd" providerId="ADAL" clId="{2091728C-5E7A-4D85-9700-94E9CE656D0D}" dt="2026-01-05T11:53:35.463" v="3004" actId="478"/>
          <ac:picMkLst>
            <pc:docMk/>
            <pc:sldMk cId="680866590" sldId="280"/>
            <ac:picMk id="6" creationId="{D395709F-F0E9-BC8E-F8D4-F5A8B6AAAB76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1:57:31.721" v="3045" actId="1076"/>
        <pc:sldMkLst>
          <pc:docMk/>
          <pc:sldMk cId="106694105" sldId="281"/>
        </pc:sldMkLst>
        <pc:spChg chg="mod ord">
          <ac:chgData name="Aymeric SAS" userId="0709990b-44f5-4bd5-9b81-bd7d889f29cd" providerId="ADAL" clId="{2091728C-5E7A-4D85-9700-94E9CE656D0D}" dt="2026-01-05T11:56:37.913" v="3031" actId="166"/>
          <ac:spMkLst>
            <pc:docMk/>
            <pc:sldMk cId="106694105" sldId="281"/>
            <ac:spMk id="3" creationId="{DCB06BD3-1DD7-4555-F358-44FF0CFBF853}"/>
          </ac:spMkLst>
        </pc:spChg>
        <pc:spChg chg="add mod">
          <ac:chgData name="Aymeric SAS" userId="0709990b-44f5-4bd5-9b81-bd7d889f29cd" providerId="ADAL" clId="{2091728C-5E7A-4D85-9700-94E9CE656D0D}" dt="2026-01-05T11:57:22.799" v="3043" actId="1076"/>
          <ac:spMkLst>
            <pc:docMk/>
            <pc:sldMk cId="106694105" sldId="281"/>
            <ac:spMk id="7" creationId="{2ABDC4ED-25D8-6702-C8DD-A5DCC788FF31}"/>
          </ac:spMkLst>
        </pc:spChg>
        <pc:spChg chg="add mod">
          <ac:chgData name="Aymeric SAS" userId="0709990b-44f5-4bd5-9b81-bd7d889f29cd" providerId="ADAL" clId="{2091728C-5E7A-4D85-9700-94E9CE656D0D}" dt="2026-01-05T11:57:12.768" v="3040" actId="1076"/>
          <ac:spMkLst>
            <pc:docMk/>
            <pc:sldMk cId="106694105" sldId="281"/>
            <ac:spMk id="10" creationId="{A9F4EC77-955A-94DC-D515-ADAA9B503F3F}"/>
          </ac:spMkLst>
        </pc:spChg>
        <pc:picChg chg="add mod">
          <ac:chgData name="Aymeric SAS" userId="0709990b-44f5-4bd5-9b81-bd7d889f29cd" providerId="ADAL" clId="{2091728C-5E7A-4D85-9700-94E9CE656D0D}" dt="2026-01-05T11:57:31.721" v="3045" actId="1076"/>
          <ac:picMkLst>
            <pc:docMk/>
            <pc:sldMk cId="106694105" sldId="281"/>
            <ac:picMk id="2" creationId="{F380784C-6F42-66BF-0A5C-07F095A2FA16}"/>
          </ac:picMkLst>
        </pc:picChg>
        <pc:picChg chg="del">
          <ac:chgData name="Aymeric SAS" userId="0709990b-44f5-4bd5-9b81-bd7d889f29cd" providerId="ADAL" clId="{2091728C-5E7A-4D85-9700-94E9CE656D0D}" dt="2026-01-05T11:56:24.323" v="3028" actId="478"/>
          <ac:picMkLst>
            <pc:docMk/>
            <pc:sldMk cId="106694105" sldId="281"/>
            <ac:picMk id="5" creationId="{2740D767-95E6-B036-E53E-5BFC7FC8F776}"/>
          </ac:picMkLst>
        </pc:picChg>
        <pc:picChg chg="del">
          <ac:chgData name="Aymeric SAS" userId="0709990b-44f5-4bd5-9b81-bd7d889f29cd" providerId="ADAL" clId="{2091728C-5E7A-4D85-9700-94E9CE656D0D}" dt="2026-01-05T11:56:23.215" v="3027" actId="478"/>
          <ac:picMkLst>
            <pc:docMk/>
            <pc:sldMk cId="106694105" sldId="281"/>
            <ac:picMk id="6" creationId="{7FD12A66-144E-0160-41EB-9D57ADAAF437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2:00:06.369" v="3075" actId="113"/>
        <pc:sldMkLst>
          <pc:docMk/>
          <pc:sldMk cId="3601147501" sldId="282"/>
        </pc:sldMkLst>
        <pc:spChg chg="mod">
          <ac:chgData name="Aymeric SAS" userId="0709990b-44f5-4bd5-9b81-bd7d889f29cd" providerId="ADAL" clId="{2091728C-5E7A-4D85-9700-94E9CE656D0D}" dt="2026-01-05T11:58:12.398" v="3049"/>
          <ac:spMkLst>
            <pc:docMk/>
            <pc:sldMk cId="3601147501" sldId="282"/>
            <ac:spMk id="2" creationId="{0C3AB208-F05E-AAA8-FC77-3B8AD291E88F}"/>
          </ac:spMkLst>
        </pc:spChg>
        <pc:spChg chg="mod">
          <ac:chgData name="Aymeric SAS" userId="0709990b-44f5-4bd5-9b81-bd7d889f29cd" providerId="ADAL" clId="{2091728C-5E7A-4D85-9700-94E9CE656D0D}" dt="2026-01-05T12:00:06.369" v="3075" actId="113"/>
          <ac:spMkLst>
            <pc:docMk/>
            <pc:sldMk cId="3601147501" sldId="282"/>
            <ac:spMk id="3" creationId="{C20C5FCC-989B-7D83-7691-1DE4F89C8B5A}"/>
          </ac:spMkLst>
        </pc:spChg>
        <pc:spChg chg="add mod">
          <ac:chgData name="Aymeric SAS" userId="0709990b-44f5-4bd5-9b81-bd7d889f29cd" providerId="ADAL" clId="{2091728C-5E7A-4D85-9700-94E9CE656D0D}" dt="2026-01-05T11:58:37.551" v="3054" actId="1076"/>
          <ac:spMkLst>
            <pc:docMk/>
            <pc:sldMk cId="3601147501" sldId="282"/>
            <ac:spMk id="6" creationId="{58B7A37A-FD35-2934-4A03-1E9B6CCA3936}"/>
          </ac:spMkLst>
        </pc:spChg>
        <pc:picChg chg="add mod">
          <ac:chgData name="Aymeric SAS" userId="0709990b-44f5-4bd5-9b81-bd7d889f29cd" providerId="ADAL" clId="{2091728C-5E7A-4D85-9700-94E9CE656D0D}" dt="2026-01-05T11:58:51.751" v="3058" actId="1076"/>
          <ac:picMkLst>
            <pc:docMk/>
            <pc:sldMk cId="3601147501" sldId="282"/>
            <ac:picMk id="4" creationId="{B0C37C35-0984-F1EF-A373-05AD7F0E2D89}"/>
          </ac:picMkLst>
        </pc:picChg>
        <pc:picChg chg="del">
          <ac:chgData name="Aymeric SAS" userId="0709990b-44f5-4bd5-9b81-bd7d889f29cd" providerId="ADAL" clId="{2091728C-5E7A-4D85-9700-94E9CE656D0D}" dt="2026-01-05T11:58:19.503" v="3050" actId="478"/>
          <ac:picMkLst>
            <pc:docMk/>
            <pc:sldMk cId="3601147501" sldId="282"/>
            <ac:picMk id="5" creationId="{F91186D5-999E-FA15-D90A-10994A81736C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2:14:15.899" v="3248" actId="207"/>
        <pc:sldMkLst>
          <pc:docMk/>
          <pc:sldMk cId="2515429947" sldId="283"/>
        </pc:sldMkLst>
        <pc:spChg chg="mod">
          <ac:chgData name="Aymeric SAS" userId="0709990b-44f5-4bd5-9b81-bd7d889f29cd" providerId="ADAL" clId="{2091728C-5E7A-4D85-9700-94E9CE656D0D}" dt="2026-01-05T11:59:18.560" v="3063"/>
          <ac:spMkLst>
            <pc:docMk/>
            <pc:sldMk cId="2515429947" sldId="283"/>
            <ac:spMk id="2" creationId="{48EFA9B8-7E5B-4E64-86B6-F6F2AA3A721E}"/>
          </ac:spMkLst>
        </pc:spChg>
        <pc:spChg chg="mod">
          <ac:chgData name="Aymeric SAS" userId="0709990b-44f5-4bd5-9b81-bd7d889f29cd" providerId="ADAL" clId="{2091728C-5E7A-4D85-9700-94E9CE656D0D}" dt="2026-01-05T12:14:15.899" v="3248" actId="207"/>
          <ac:spMkLst>
            <pc:docMk/>
            <pc:sldMk cId="2515429947" sldId="283"/>
            <ac:spMk id="3" creationId="{5D1F141A-FA5D-DF7E-B9AA-AB4A71E68FF5}"/>
          </ac:spMkLst>
        </pc:spChg>
        <pc:spChg chg="add mod">
          <ac:chgData name="Aymeric SAS" userId="0709990b-44f5-4bd5-9b81-bd7d889f29cd" providerId="ADAL" clId="{2091728C-5E7A-4D85-9700-94E9CE656D0D}" dt="2026-01-05T12:00:21.660" v="3078" actId="1076"/>
          <ac:spMkLst>
            <pc:docMk/>
            <pc:sldMk cId="2515429947" sldId="283"/>
            <ac:spMk id="9" creationId="{D21BC5C7-8BF4-8194-8CAF-621BD42EFF93}"/>
          </ac:spMkLst>
        </pc:spChg>
        <pc:picChg chg="del">
          <ac:chgData name="Aymeric SAS" userId="0709990b-44f5-4bd5-9b81-bd7d889f29cd" providerId="ADAL" clId="{2091728C-5E7A-4D85-9700-94E9CE656D0D}" dt="2026-01-05T11:59:30.008" v="3065" actId="478"/>
          <ac:picMkLst>
            <pc:docMk/>
            <pc:sldMk cId="2515429947" sldId="283"/>
            <ac:picMk id="4" creationId="{B9541E67-D41B-2738-8BDD-FFCD45856DBF}"/>
          </ac:picMkLst>
        </pc:picChg>
        <pc:picChg chg="add mod">
          <ac:chgData name="Aymeric SAS" userId="0709990b-44f5-4bd5-9b81-bd7d889f29cd" providerId="ADAL" clId="{2091728C-5E7A-4D85-9700-94E9CE656D0D}" dt="2026-01-05T12:00:19.389" v="3077" actId="14100"/>
          <ac:picMkLst>
            <pc:docMk/>
            <pc:sldMk cId="2515429947" sldId="283"/>
            <ac:picMk id="5" creationId="{0EDD182A-D908-4AB3-85B3-B05879B531FC}"/>
          </ac:picMkLst>
        </pc:picChg>
      </pc:sldChg>
      <pc:sldChg chg="addSp modSp add">
        <pc:chgData name="Aymeric SAS" userId="0709990b-44f5-4bd5-9b81-bd7d889f29cd" providerId="ADAL" clId="{2091728C-5E7A-4D85-9700-94E9CE656D0D}" dt="2026-01-05T12:01:51.822" v="3091" actId="14100"/>
        <pc:sldMkLst>
          <pc:docMk/>
          <pc:sldMk cId="2322766520" sldId="284"/>
        </pc:sldMkLst>
        <pc:spChg chg="mod">
          <ac:chgData name="Aymeric SAS" userId="0709990b-44f5-4bd5-9b81-bd7d889f29cd" providerId="ADAL" clId="{2091728C-5E7A-4D85-9700-94E9CE656D0D}" dt="2026-01-05T12:01:12.762" v="3081"/>
          <ac:spMkLst>
            <pc:docMk/>
            <pc:sldMk cId="2322766520" sldId="284"/>
            <ac:spMk id="2" creationId="{C620B040-AA54-131F-CF9B-6ED6447E17BD}"/>
          </ac:spMkLst>
        </pc:spChg>
        <pc:spChg chg="add mod">
          <ac:chgData name="Aymeric SAS" userId="0709990b-44f5-4bd5-9b81-bd7d889f29cd" providerId="ADAL" clId="{2091728C-5E7A-4D85-9700-94E9CE656D0D}" dt="2026-01-05T12:01:51.822" v="3091" actId="14100"/>
          <ac:spMkLst>
            <pc:docMk/>
            <pc:sldMk cId="2322766520" sldId="284"/>
            <ac:spMk id="4" creationId="{7DEC8ACF-80D5-937D-C247-5115E1A9D63E}"/>
          </ac:spMkLst>
        </pc:spChg>
        <pc:picChg chg="add mod">
          <ac:chgData name="Aymeric SAS" userId="0709990b-44f5-4bd5-9b81-bd7d889f29cd" providerId="ADAL" clId="{2091728C-5E7A-4D85-9700-94E9CE656D0D}" dt="2026-01-05T12:01:48.189" v="3090" actId="1076"/>
          <ac:picMkLst>
            <pc:docMk/>
            <pc:sldMk cId="2322766520" sldId="284"/>
            <ac:picMk id="5" creationId="{BB317654-9C2B-15EA-E0CA-DA02B036C1C3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2:13:56.743" v="3246" actId="207"/>
        <pc:sldMkLst>
          <pc:docMk/>
          <pc:sldMk cId="1096380483" sldId="285"/>
        </pc:sldMkLst>
        <pc:spChg chg="mod">
          <ac:chgData name="Aymeric SAS" userId="0709990b-44f5-4bd5-9b81-bd7d889f29cd" providerId="ADAL" clId="{2091728C-5E7A-4D85-9700-94E9CE656D0D}" dt="2026-01-05T12:02:27.225" v="3094"/>
          <ac:spMkLst>
            <pc:docMk/>
            <pc:sldMk cId="1096380483" sldId="285"/>
            <ac:spMk id="2" creationId="{0C3AB208-F05E-AAA8-FC77-3B8AD291E88F}"/>
          </ac:spMkLst>
        </pc:spChg>
        <pc:spChg chg="mod">
          <ac:chgData name="Aymeric SAS" userId="0709990b-44f5-4bd5-9b81-bd7d889f29cd" providerId="ADAL" clId="{2091728C-5E7A-4D85-9700-94E9CE656D0D}" dt="2026-01-05T12:13:56.743" v="3246" actId="207"/>
          <ac:spMkLst>
            <pc:docMk/>
            <pc:sldMk cId="1096380483" sldId="285"/>
            <ac:spMk id="3" creationId="{C20C5FCC-989B-7D83-7691-1DE4F89C8B5A}"/>
          </ac:spMkLst>
        </pc:spChg>
        <pc:spChg chg="add mod">
          <ac:chgData name="Aymeric SAS" userId="0709990b-44f5-4bd5-9b81-bd7d889f29cd" providerId="ADAL" clId="{2091728C-5E7A-4D85-9700-94E9CE656D0D}" dt="2026-01-05T12:02:45.831" v="3096"/>
          <ac:spMkLst>
            <pc:docMk/>
            <pc:sldMk cId="1096380483" sldId="285"/>
            <ac:spMk id="4" creationId="{62DA7391-C6FF-7F55-60E8-BF2BE68A549C}"/>
          </ac:spMkLst>
        </pc:spChg>
        <pc:spChg chg="add del mod">
          <ac:chgData name="Aymeric SAS" userId="0709990b-44f5-4bd5-9b81-bd7d889f29cd" providerId="ADAL" clId="{2091728C-5E7A-4D85-9700-94E9CE656D0D}" dt="2026-01-05T12:02:54.697" v="3098" actId="478"/>
          <ac:spMkLst>
            <pc:docMk/>
            <pc:sldMk cId="1096380483" sldId="285"/>
            <ac:spMk id="6" creationId="{DA1643A0-5699-921C-918D-FD1046B29CDC}"/>
          </ac:spMkLst>
        </pc:spChg>
        <pc:spChg chg="mod">
          <ac:chgData name="Aymeric SAS" userId="0709990b-44f5-4bd5-9b81-bd7d889f29cd" providerId="ADAL" clId="{2091728C-5E7A-4D85-9700-94E9CE656D0D}" dt="2026-01-05T12:03:10.442" v="3106" actId="1076"/>
          <ac:spMkLst>
            <pc:docMk/>
            <pc:sldMk cId="1096380483" sldId="285"/>
            <ac:spMk id="8" creationId="{C1D48148-D0A3-D2FC-038C-9C6961D363A5}"/>
          </ac:spMkLst>
        </pc:spChg>
        <pc:picChg chg="mod">
          <ac:chgData name="Aymeric SAS" userId="0709990b-44f5-4bd5-9b81-bd7d889f29cd" providerId="ADAL" clId="{2091728C-5E7A-4D85-9700-94E9CE656D0D}" dt="2026-01-05T12:03:42.662" v="3121" actId="14100"/>
          <ac:picMkLst>
            <pc:docMk/>
            <pc:sldMk cId="1096380483" sldId="285"/>
            <ac:picMk id="5" creationId="{F91186D5-999E-FA15-D90A-10994A81736C}"/>
          </ac:picMkLst>
        </pc:picChg>
      </pc:sldChg>
      <pc:sldChg chg="add del">
        <pc:chgData name="Aymeric SAS" userId="0709990b-44f5-4bd5-9b81-bd7d889f29cd" providerId="ADAL" clId="{2091728C-5E7A-4D85-9700-94E9CE656D0D}" dt="2026-01-05T12:04:26.061" v="3125" actId="47"/>
        <pc:sldMkLst>
          <pc:docMk/>
          <pc:sldMk cId="2308025167" sldId="286"/>
        </pc:sldMkLst>
      </pc:sldChg>
      <pc:sldChg chg="addSp delSp modSp add mod">
        <pc:chgData name="Aymeric SAS" userId="0709990b-44f5-4bd5-9b81-bd7d889f29cd" providerId="ADAL" clId="{2091728C-5E7A-4D85-9700-94E9CE656D0D}" dt="2026-01-05T12:14:28.847" v="3250" actId="207"/>
        <pc:sldMkLst>
          <pc:docMk/>
          <pc:sldMk cId="3486805598" sldId="286"/>
        </pc:sldMkLst>
        <pc:spChg chg="mod">
          <ac:chgData name="Aymeric SAS" userId="0709990b-44f5-4bd5-9b81-bd7d889f29cd" providerId="ADAL" clId="{2091728C-5E7A-4D85-9700-94E9CE656D0D}" dt="2026-01-05T12:05:23.625" v="3132" actId="207"/>
          <ac:spMkLst>
            <pc:docMk/>
            <pc:sldMk cId="3486805598" sldId="286"/>
            <ac:spMk id="3" creationId="{5C2989E1-AABC-0D12-63D7-AB2E529B2C76}"/>
          </ac:spMkLst>
        </pc:spChg>
        <pc:spChg chg="mod">
          <ac:chgData name="Aymeric SAS" userId="0709990b-44f5-4bd5-9b81-bd7d889f29cd" providerId="ADAL" clId="{2091728C-5E7A-4D85-9700-94E9CE656D0D}" dt="2026-01-05T12:07:00.413" v="3166" actId="1076"/>
          <ac:spMkLst>
            <pc:docMk/>
            <pc:sldMk cId="3486805598" sldId="286"/>
            <ac:spMk id="8" creationId="{347DD358-5D96-F44E-F49D-E092521B5850}"/>
          </ac:spMkLst>
        </pc:spChg>
        <pc:spChg chg="add mod">
          <ac:chgData name="Aymeric SAS" userId="0709990b-44f5-4bd5-9b81-bd7d889f29cd" providerId="ADAL" clId="{2091728C-5E7A-4D85-9700-94E9CE656D0D}" dt="2026-01-05T12:05:59.616" v="3140" actId="1076"/>
          <ac:spMkLst>
            <pc:docMk/>
            <pc:sldMk cId="3486805598" sldId="286"/>
            <ac:spMk id="10" creationId="{F5AD8723-447A-5571-C41A-133A5448E28C}"/>
          </ac:spMkLst>
        </pc:spChg>
        <pc:spChg chg="add mod">
          <ac:chgData name="Aymeric SAS" userId="0709990b-44f5-4bd5-9b81-bd7d889f29cd" providerId="ADAL" clId="{2091728C-5E7A-4D85-9700-94E9CE656D0D}" dt="2026-01-05T12:14:28.847" v="3250" actId="207"/>
          <ac:spMkLst>
            <pc:docMk/>
            <pc:sldMk cId="3486805598" sldId="286"/>
            <ac:spMk id="12" creationId="{42A7EF65-CEF3-D361-A4AB-4567927395EE}"/>
          </ac:spMkLst>
        </pc:spChg>
        <pc:spChg chg="add mod">
          <ac:chgData name="Aymeric SAS" userId="0709990b-44f5-4bd5-9b81-bd7d889f29cd" providerId="ADAL" clId="{2091728C-5E7A-4D85-9700-94E9CE656D0D}" dt="2026-01-05T12:06:53.981" v="3163" actId="571"/>
          <ac:spMkLst>
            <pc:docMk/>
            <pc:sldMk cId="3486805598" sldId="286"/>
            <ac:spMk id="13" creationId="{A985C3E0-7343-6E3B-976E-585C07B9683C}"/>
          </ac:spMkLst>
        </pc:spChg>
        <pc:picChg chg="add mod">
          <ac:chgData name="Aymeric SAS" userId="0709990b-44f5-4bd5-9b81-bd7d889f29cd" providerId="ADAL" clId="{2091728C-5E7A-4D85-9700-94E9CE656D0D}" dt="2026-01-05T12:08:47.538" v="3178" actId="1076"/>
          <ac:picMkLst>
            <pc:docMk/>
            <pc:sldMk cId="3486805598" sldId="286"/>
            <ac:picMk id="2" creationId="{BBD40FC4-D7EC-73A8-68D8-0B38B0B0B0B3}"/>
          </ac:picMkLst>
        </pc:picChg>
        <pc:picChg chg="add del mod">
          <ac:chgData name="Aymeric SAS" userId="0709990b-44f5-4bd5-9b81-bd7d889f29cd" providerId="ADAL" clId="{2091728C-5E7A-4D85-9700-94E9CE656D0D}" dt="2026-01-05T12:07:01.148" v="3167" actId="1076"/>
          <ac:picMkLst>
            <pc:docMk/>
            <pc:sldMk cId="3486805598" sldId="286"/>
            <ac:picMk id="4" creationId="{EC53741F-200B-0CAE-BE64-DA56E181474A}"/>
          </ac:picMkLst>
        </pc:picChg>
        <pc:picChg chg="del">
          <ac:chgData name="Aymeric SAS" userId="0709990b-44f5-4bd5-9b81-bd7d889f29cd" providerId="ADAL" clId="{2091728C-5E7A-4D85-9700-94E9CE656D0D}" dt="2026-01-05T12:05:26.668" v="3133" actId="478"/>
          <ac:picMkLst>
            <pc:docMk/>
            <pc:sldMk cId="3486805598" sldId="286"/>
            <ac:picMk id="5" creationId="{B06451E9-87D3-EA59-DD64-3F75AC51DFF2}"/>
          </ac:picMkLst>
        </pc:picChg>
        <pc:picChg chg="del">
          <ac:chgData name="Aymeric SAS" userId="0709990b-44f5-4bd5-9b81-bd7d889f29cd" providerId="ADAL" clId="{2091728C-5E7A-4D85-9700-94E9CE656D0D}" dt="2026-01-05T12:05:31.893" v="3134" actId="478"/>
          <ac:picMkLst>
            <pc:docMk/>
            <pc:sldMk cId="3486805598" sldId="286"/>
            <ac:picMk id="6" creationId="{0FEC89B9-1153-E508-EA43-FC73665DCA01}"/>
          </ac:picMkLst>
        </pc:picChg>
      </pc:sldChg>
      <pc:sldChg chg="addSp modSp add mod">
        <pc:chgData name="Aymeric SAS" userId="0709990b-44f5-4bd5-9b81-bd7d889f29cd" providerId="ADAL" clId="{2091728C-5E7A-4D85-9700-94E9CE656D0D}" dt="2026-01-05T12:13:52.149" v="3245" actId="14100"/>
        <pc:sldMkLst>
          <pc:docMk/>
          <pc:sldMk cId="2023200605" sldId="287"/>
        </pc:sldMkLst>
        <pc:spChg chg="mod">
          <ac:chgData name="Aymeric SAS" userId="0709990b-44f5-4bd5-9b81-bd7d889f29cd" providerId="ADAL" clId="{2091728C-5E7A-4D85-9700-94E9CE656D0D}" dt="2026-01-05T12:09:19.620" v="3182"/>
          <ac:spMkLst>
            <pc:docMk/>
            <pc:sldMk cId="2023200605" sldId="287"/>
            <ac:spMk id="2" creationId="{F8000C5A-E23A-3335-3E26-E6346D07817A}"/>
          </ac:spMkLst>
        </pc:spChg>
        <pc:spChg chg="mod">
          <ac:chgData name="Aymeric SAS" userId="0709990b-44f5-4bd5-9b81-bd7d889f29cd" providerId="ADAL" clId="{2091728C-5E7A-4D85-9700-94E9CE656D0D}" dt="2026-01-05T12:13:52.149" v="3245" actId="14100"/>
          <ac:spMkLst>
            <pc:docMk/>
            <pc:sldMk cId="2023200605" sldId="287"/>
            <ac:spMk id="4" creationId="{9594C56F-4452-A595-612D-1308227D2DFC}"/>
          </ac:spMkLst>
        </pc:spChg>
        <pc:spChg chg="add mod">
          <ac:chgData name="Aymeric SAS" userId="0709990b-44f5-4bd5-9b81-bd7d889f29cd" providerId="ADAL" clId="{2091728C-5E7A-4D85-9700-94E9CE656D0D}" dt="2026-01-05T12:09:43.202" v="3187" actId="1076"/>
          <ac:spMkLst>
            <pc:docMk/>
            <pc:sldMk cId="2023200605" sldId="287"/>
            <ac:spMk id="6" creationId="{44CF134E-B981-E86E-D5EE-95F29F52D3D0}"/>
          </ac:spMkLst>
        </pc:spChg>
        <pc:picChg chg="add mod">
          <ac:chgData name="Aymeric SAS" userId="0709990b-44f5-4bd5-9b81-bd7d889f29cd" providerId="ADAL" clId="{2091728C-5E7A-4D85-9700-94E9CE656D0D}" dt="2026-01-05T12:10:01.301" v="3191" actId="1076"/>
          <ac:picMkLst>
            <pc:docMk/>
            <pc:sldMk cId="2023200605" sldId="287"/>
            <ac:picMk id="3" creationId="{38F24A4B-DF50-5EF5-A5A6-AC701E3983F3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2:13:13.017" v="3234" actId="207"/>
        <pc:sldMkLst>
          <pc:docMk/>
          <pc:sldMk cId="453639534" sldId="288"/>
        </pc:sldMkLst>
        <pc:spChg chg="mod">
          <ac:chgData name="Aymeric SAS" userId="0709990b-44f5-4bd5-9b81-bd7d889f29cd" providerId="ADAL" clId="{2091728C-5E7A-4D85-9700-94E9CE656D0D}" dt="2026-01-05T12:10:36.990" v="3195"/>
          <ac:spMkLst>
            <pc:docMk/>
            <pc:sldMk cId="453639534" sldId="288"/>
            <ac:spMk id="2" creationId="{A2A1A15F-9400-DFDE-E9D5-2E005C300CE7}"/>
          </ac:spMkLst>
        </pc:spChg>
        <pc:spChg chg="add del">
          <ac:chgData name="Aymeric SAS" userId="0709990b-44f5-4bd5-9b81-bd7d889f29cd" providerId="ADAL" clId="{2091728C-5E7A-4D85-9700-94E9CE656D0D}" dt="2026-01-05T12:10:47.388" v="3198" actId="22"/>
          <ac:spMkLst>
            <pc:docMk/>
            <pc:sldMk cId="453639534" sldId="288"/>
            <ac:spMk id="5" creationId="{CF096D3C-5635-1078-7F03-68EFDC4DB90D}"/>
          </ac:spMkLst>
        </pc:spChg>
        <pc:spChg chg="add mod">
          <ac:chgData name="Aymeric SAS" userId="0709990b-44f5-4bd5-9b81-bd7d889f29cd" providerId="ADAL" clId="{2091728C-5E7A-4D85-9700-94E9CE656D0D}" dt="2026-01-05T12:11:11.997" v="3206"/>
          <ac:spMkLst>
            <pc:docMk/>
            <pc:sldMk cId="453639534" sldId="288"/>
            <ac:spMk id="8" creationId="{260F3623-2597-2643-D334-088FBD5F1C8C}"/>
          </ac:spMkLst>
        </pc:spChg>
        <pc:spChg chg="add del">
          <ac:chgData name="Aymeric SAS" userId="0709990b-44f5-4bd5-9b81-bd7d889f29cd" providerId="ADAL" clId="{2091728C-5E7A-4D85-9700-94E9CE656D0D}" dt="2026-01-05T12:11:13.678" v="3208" actId="22"/>
          <ac:spMkLst>
            <pc:docMk/>
            <pc:sldMk cId="453639534" sldId="288"/>
            <ac:spMk id="11" creationId="{45A101DF-A627-DF13-05EA-96F5062A3375}"/>
          </ac:spMkLst>
        </pc:spChg>
        <pc:spChg chg="add del mod">
          <ac:chgData name="Aymeric SAS" userId="0709990b-44f5-4bd5-9b81-bd7d889f29cd" providerId="ADAL" clId="{2091728C-5E7A-4D85-9700-94E9CE656D0D}" dt="2026-01-05T12:11:25.184" v="3212" actId="478"/>
          <ac:spMkLst>
            <pc:docMk/>
            <pc:sldMk cId="453639534" sldId="288"/>
            <ac:spMk id="13" creationId="{5523551B-65A2-7C63-7ED3-8AFDEC6B9324}"/>
          </ac:spMkLst>
        </pc:spChg>
        <pc:spChg chg="add mod">
          <ac:chgData name="Aymeric SAS" userId="0709990b-44f5-4bd5-9b81-bd7d889f29cd" providerId="ADAL" clId="{2091728C-5E7A-4D85-9700-94E9CE656D0D}" dt="2026-01-05T12:13:13.017" v="3234" actId="207"/>
          <ac:spMkLst>
            <pc:docMk/>
            <pc:sldMk cId="453639534" sldId="288"/>
            <ac:spMk id="14" creationId="{0B7C9201-7F50-1E56-62B2-AD90D8ED4906}"/>
          </ac:spMkLst>
        </pc:spChg>
        <pc:spChg chg="add mod">
          <ac:chgData name="Aymeric SAS" userId="0709990b-44f5-4bd5-9b81-bd7d889f29cd" providerId="ADAL" clId="{2091728C-5E7A-4D85-9700-94E9CE656D0D}" dt="2026-01-05T12:11:33.696" v="3215" actId="571"/>
          <ac:spMkLst>
            <pc:docMk/>
            <pc:sldMk cId="453639534" sldId="288"/>
            <ac:spMk id="15" creationId="{005073C1-0947-B1FA-91CD-7272A1415113}"/>
          </ac:spMkLst>
        </pc:spChg>
        <pc:picChg chg="del">
          <ac:chgData name="Aymeric SAS" userId="0709990b-44f5-4bd5-9b81-bd7d889f29cd" providerId="ADAL" clId="{2091728C-5E7A-4D85-9700-94E9CE656D0D}" dt="2026-01-05T12:10:38.433" v="3196" actId="478"/>
          <ac:picMkLst>
            <pc:docMk/>
            <pc:sldMk cId="453639534" sldId="288"/>
            <ac:picMk id="3" creationId="{57FD61FC-385A-A642-E353-51E5A6C79401}"/>
          </ac:picMkLst>
        </pc:picChg>
        <pc:picChg chg="add mod">
          <ac:chgData name="Aymeric SAS" userId="0709990b-44f5-4bd5-9b81-bd7d889f29cd" providerId="ADAL" clId="{2091728C-5E7A-4D85-9700-94E9CE656D0D}" dt="2026-01-05T12:11:09.534" v="3204" actId="14100"/>
          <ac:picMkLst>
            <pc:docMk/>
            <pc:sldMk cId="453639534" sldId="288"/>
            <ac:picMk id="9" creationId="{E2EA81A2-962F-B1A0-59AD-E5F3492A4C7F}"/>
          </ac:picMkLst>
        </pc:picChg>
        <pc:picChg chg="add mod">
          <ac:chgData name="Aymeric SAS" userId="0709990b-44f5-4bd5-9b81-bd7d889f29cd" providerId="ADAL" clId="{2091728C-5E7A-4D85-9700-94E9CE656D0D}" dt="2026-01-05T12:11:47.412" v="3219" actId="1076"/>
          <ac:picMkLst>
            <pc:docMk/>
            <pc:sldMk cId="453639534" sldId="288"/>
            <ac:picMk id="16" creationId="{F3B04BE1-10F1-0AEB-1B80-604A44CBDEBC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2:15:09.906" v="3264" actId="1076"/>
        <pc:sldMkLst>
          <pc:docMk/>
          <pc:sldMk cId="1825471253" sldId="289"/>
        </pc:sldMkLst>
        <pc:spChg chg="mod">
          <ac:chgData name="Aymeric SAS" userId="0709990b-44f5-4bd5-9b81-bd7d889f29cd" providerId="ADAL" clId="{2091728C-5E7A-4D85-9700-94E9CE656D0D}" dt="2026-01-05T12:14:43.054" v="3253"/>
          <ac:spMkLst>
            <pc:docMk/>
            <pc:sldMk cId="1825471253" sldId="289"/>
            <ac:spMk id="2" creationId="{A2A1A15F-9400-DFDE-E9D5-2E005C300CE7}"/>
          </ac:spMkLst>
        </pc:spChg>
        <pc:spChg chg="add mod">
          <ac:chgData name="Aymeric SAS" userId="0709990b-44f5-4bd5-9b81-bd7d889f29cd" providerId="ADAL" clId="{2091728C-5E7A-4D85-9700-94E9CE656D0D}" dt="2026-01-05T12:15:05.760" v="3262" actId="403"/>
          <ac:spMkLst>
            <pc:docMk/>
            <pc:sldMk cId="1825471253" sldId="289"/>
            <ac:spMk id="5" creationId="{6F031678-73AD-0FFB-DC37-5BE8FDFD3CC9}"/>
          </ac:spMkLst>
        </pc:spChg>
        <pc:picChg chg="del">
          <ac:chgData name="Aymeric SAS" userId="0709990b-44f5-4bd5-9b81-bd7d889f29cd" providerId="ADAL" clId="{2091728C-5E7A-4D85-9700-94E9CE656D0D}" dt="2026-01-05T12:14:48.935" v="3254" actId="478"/>
          <ac:picMkLst>
            <pc:docMk/>
            <pc:sldMk cId="1825471253" sldId="289"/>
            <ac:picMk id="3" creationId="{57FD61FC-385A-A642-E353-51E5A6C79401}"/>
          </ac:picMkLst>
        </pc:picChg>
        <pc:picChg chg="add mod">
          <ac:chgData name="Aymeric SAS" userId="0709990b-44f5-4bd5-9b81-bd7d889f29cd" providerId="ADAL" clId="{2091728C-5E7A-4D85-9700-94E9CE656D0D}" dt="2026-01-05T12:15:09.906" v="3264" actId="1076"/>
          <ac:picMkLst>
            <pc:docMk/>
            <pc:sldMk cId="1825471253" sldId="289"/>
            <ac:picMk id="8" creationId="{D81FD9FE-A15E-56EC-582A-02F8BC6620F1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2:17:16.863" v="3341" actId="208"/>
        <pc:sldMkLst>
          <pc:docMk/>
          <pc:sldMk cId="2299759970" sldId="290"/>
        </pc:sldMkLst>
        <pc:spChg chg="mod">
          <ac:chgData name="Aymeric SAS" userId="0709990b-44f5-4bd5-9b81-bd7d889f29cd" providerId="ADAL" clId="{2091728C-5E7A-4D85-9700-94E9CE656D0D}" dt="2026-01-05T12:15:45.828" v="3280" actId="20577"/>
          <ac:spMkLst>
            <pc:docMk/>
            <pc:sldMk cId="2299759970" sldId="290"/>
            <ac:spMk id="3" creationId="{41939E0A-3796-5218-1D39-5F24FC41D2A9}"/>
          </ac:spMkLst>
        </pc:spChg>
        <pc:spChg chg="mod">
          <ac:chgData name="Aymeric SAS" userId="0709990b-44f5-4bd5-9b81-bd7d889f29cd" providerId="ADAL" clId="{2091728C-5E7A-4D85-9700-94E9CE656D0D}" dt="2026-01-05T12:16:55.539" v="3339" actId="1076"/>
          <ac:spMkLst>
            <pc:docMk/>
            <pc:sldMk cId="2299759970" sldId="290"/>
            <ac:spMk id="7" creationId="{80B582B7-6458-DC96-A4AD-2E5BC9D8DFB5}"/>
          </ac:spMkLst>
        </pc:spChg>
        <pc:picChg chg="mod">
          <ac:chgData name="Aymeric SAS" userId="0709990b-44f5-4bd5-9b81-bd7d889f29cd" providerId="ADAL" clId="{2091728C-5E7A-4D85-9700-94E9CE656D0D}" dt="2026-01-05T12:17:16.863" v="3341" actId="208"/>
          <ac:picMkLst>
            <pc:docMk/>
            <pc:sldMk cId="2299759970" sldId="290"/>
            <ac:picMk id="4" creationId="{9945D02B-8CB1-947A-CBB1-327049B07571}"/>
          </ac:picMkLst>
        </pc:picChg>
        <pc:picChg chg="add del mod">
          <ac:chgData name="Aymeric SAS" userId="0709990b-44f5-4bd5-9b81-bd7d889f29cd" providerId="ADAL" clId="{2091728C-5E7A-4D85-9700-94E9CE656D0D}" dt="2026-01-05T12:16:07.063" v="3286" actId="1076"/>
          <ac:picMkLst>
            <pc:docMk/>
            <pc:sldMk cId="2299759970" sldId="290"/>
            <ac:picMk id="5" creationId="{5B3FFE84-9987-EC4B-19CE-BF6F99CC069B}"/>
          </ac:picMkLst>
        </pc:picChg>
        <pc:picChg chg="add mod">
          <ac:chgData name="Aymeric SAS" userId="0709990b-44f5-4bd5-9b81-bd7d889f29cd" providerId="ADAL" clId="{2091728C-5E7A-4D85-9700-94E9CE656D0D}" dt="2026-01-05T12:15:54.563" v="3282"/>
          <ac:picMkLst>
            <pc:docMk/>
            <pc:sldMk cId="2299759970" sldId="290"/>
            <ac:picMk id="6" creationId="{505AB344-6B17-86D6-BE63-4F164BE02169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2:18:46.228" v="3358" actId="14100"/>
        <pc:sldMkLst>
          <pc:docMk/>
          <pc:sldMk cId="1841246703" sldId="291"/>
        </pc:sldMkLst>
        <pc:spChg chg="mod">
          <ac:chgData name="Aymeric SAS" userId="0709990b-44f5-4bd5-9b81-bd7d889f29cd" providerId="ADAL" clId="{2091728C-5E7A-4D85-9700-94E9CE656D0D}" dt="2026-01-05T12:18:34.383" v="3353"/>
          <ac:spMkLst>
            <pc:docMk/>
            <pc:sldMk cId="1841246703" sldId="291"/>
            <ac:spMk id="2" creationId="{304DE46B-5711-77D3-9111-79E02F111E2E}"/>
          </ac:spMkLst>
        </pc:spChg>
        <pc:spChg chg="mod">
          <ac:chgData name="Aymeric SAS" userId="0709990b-44f5-4bd5-9b81-bd7d889f29cd" providerId="ADAL" clId="{2091728C-5E7A-4D85-9700-94E9CE656D0D}" dt="2026-01-05T12:18:43.595" v="3357" actId="1076"/>
          <ac:spMkLst>
            <pc:docMk/>
            <pc:sldMk cId="1841246703" sldId="291"/>
            <ac:spMk id="4" creationId="{78C06828-7016-CA91-1900-9B24ED0DE007}"/>
          </ac:spMkLst>
        </pc:spChg>
        <pc:graphicFrameChg chg="del mod">
          <ac:chgData name="Aymeric SAS" userId="0709990b-44f5-4bd5-9b81-bd7d889f29cd" providerId="ADAL" clId="{2091728C-5E7A-4D85-9700-94E9CE656D0D}" dt="2026-01-05T12:18:02.204" v="3347" actId="478"/>
          <ac:graphicFrameMkLst>
            <pc:docMk/>
            <pc:sldMk cId="1841246703" sldId="291"/>
            <ac:graphicFrameMk id="3" creationId="{8D535249-0D9B-5EC9-1922-0A98F520C253}"/>
          </ac:graphicFrameMkLst>
        </pc:graphicFrameChg>
        <pc:picChg chg="add mod">
          <ac:chgData name="Aymeric SAS" userId="0709990b-44f5-4bd5-9b81-bd7d889f29cd" providerId="ADAL" clId="{2091728C-5E7A-4D85-9700-94E9CE656D0D}" dt="2026-01-05T12:18:46.228" v="3358" actId="14100"/>
          <ac:picMkLst>
            <pc:docMk/>
            <pc:sldMk cId="1841246703" sldId="291"/>
            <ac:picMk id="5" creationId="{21964FE5-7FF1-8439-8988-A6BBA535AFE5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2:20:46.153" v="3389" actId="1076"/>
        <pc:sldMkLst>
          <pc:docMk/>
          <pc:sldMk cId="2482385169" sldId="292"/>
        </pc:sldMkLst>
        <pc:spChg chg="mod">
          <ac:chgData name="Aymeric SAS" userId="0709990b-44f5-4bd5-9b81-bd7d889f29cd" providerId="ADAL" clId="{2091728C-5E7A-4D85-9700-94E9CE656D0D}" dt="2026-01-05T12:20:46.153" v="3389" actId="1076"/>
          <ac:spMkLst>
            <pc:docMk/>
            <pc:sldMk cId="2482385169" sldId="292"/>
            <ac:spMk id="3" creationId="{4438F06C-5A5A-3675-276B-347E372FAC47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11" creationId="{4A5168A4-E0B2-C5A5-4A6A-969D10C465A4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12" creationId="{A68A183E-F406-22E5-E27F-2FBEF1931EF6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14" creationId="{7B3FA36E-F8E3-671C-7E6C-99F46CCCEBE0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15" creationId="{77609213-7460-E455-8072-997C8BD1B40F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17" creationId="{8C630E0F-E818-0AD8-CF21-49A015002CA1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20" creationId="{55E305C0-96A2-D036-4B41-DEA218E5968A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21" creationId="{16202904-4025-2230-567B-7F764A0D30A7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22" creationId="{95F4CA3C-B9FD-7E19-E6A5-049295E70589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26" creationId="{DA18EA58-4D49-F067-5867-0E4055324845}"/>
          </ac:spMkLst>
        </pc:spChg>
        <pc:spChg chg="add mod">
          <ac:chgData name="Aymeric SAS" userId="0709990b-44f5-4bd5-9b81-bd7d889f29cd" providerId="ADAL" clId="{2091728C-5E7A-4D85-9700-94E9CE656D0D}" dt="2026-01-05T12:20:15.418" v="3381"/>
          <ac:spMkLst>
            <pc:docMk/>
            <pc:sldMk cId="2482385169" sldId="292"/>
            <ac:spMk id="27" creationId="{FAFB2250-9E87-12BE-2CDE-DE5E7ABBE766}"/>
          </ac:spMkLst>
        </pc:spChg>
        <pc:spChg chg="add mod">
          <ac:chgData name="Aymeric SAS" userId="0709990b-44f5-4bd5-9b81-bd7d889f29cd" providerId="ADAL" clId="{2091728C-5E7A-4D85-9700-94E9CE656D0D}" dt="2026-01-05T12:20:06.416" v="3376" actId="571"/>
          <ac:spMkLst>
            <pc:docMk/>
            <pc:sldMk cId="2482385169" sldId="292"/>
            <ac:spMk id="28" creationId="{D6505E96-7425-77B5-7306-A9E5D431A2E7}"/>
          </ac:spMkLst>
        </pc:spChg>
        <pc:spChg chg="add mod">
          <ac:chgData name="Aymeric SAS" userId="0709990b-44f5-4bd5-9b81-bd7d889f29cd" providerId="ADAL" clId="{2091728C-5E7A-4D85-9700-94E9CE656D0D}" dt="2026-01-05T12:20:09.752" v="3378" actId="571"/>
          <ac:spMkLst>
            <pc:docMk/>
            <pc:sldMk cId="2482385169" sldId="292"/>
            <ac:spMk id="29" creationId="{C614C569-C1C2-B0B2-FAA0-D235E4305358}"/>
          </ac:spMkLst>
        </pc:spChg>
        <pc:spChg chg="mod">
          <ac:chgData name="Aymeric SAS" userId="0709990b-44f5-4bd5-9b81-bd7d889f29cd" providerId="ADAL" clId="{2091728C-5E7A-4D85-9700-94E9CE656D0D}" dt="2026-01-05T12:20:38.522" v="3388" actId="1076"/>
          <ac:spMkLst>
            <pc:docMk/>
            <pc:sldMk cId="2482385169" sldId="292"/>
            <ac:spMk id="30" creationId="{680E280B-57E9-C6A3-2BFB-8AD9D4AC9141}"/>
          </ac:spMkLst>
        </pc:spChg>
        <pc:spChg chg="mod">
          <ac:chgData name="Aymeric SAS" userId="0709990b-44f5-4bd5-9b81-bd7d889f29cd" providerId="ADAL" clId="{2091728C-5E7A-4D85-9700-94E9CE656D0D}" dt="2026-01-05T12:20:38.522" v="3388" actId="1076"/>
          <ac:spMkLst>
            <pc:docMk/>
            <pc:sldMk cId="2482385169" sldId="292"/>
            <ac:spMk id="31" creationId="{F253E144-CAE4-0936-6090-66E8267B5434}"/>
          </ac:spMkLst>
        </pc:spChg>
        <pc:spChg chg="add mod">
          <ac:chgData name="Aymeric SAS" userId="0709990b-44f5-4bd5-9b81-bd7d889f29cd" providerId="ADAL" clId="{2091728C-5E7A-4D85-9700-94E9CE656D0D}" dt="2026-01-05T12:20:38.522" v="3388" actId="1076"/>
          <ac:spMkLst>
            <pc:docMk/>
            <pc:sldMk cId="2482385169" sldId="292"/>
            <ac:spMk id="33" creationId="{399FD09D-7FEF-D5F3-7A5B-A0AA2338D973}"/>
          </ac:spMkLst>
        </pc:spChg>
        <pc:spChg chg="mod">
          <ac:chgData name="Aymeric SAS" userId="0709990b-44f5-4bd5-9b81-bd7d889f29cd" providerId="ADAL" clId="{2091728C-5E7A-4D85-9700-94E9CE656D0D}" dt="2026-01-05T12:20:38.522" v="3388" actId="1076"/>
          <ac:spMkLst>
            <pc:docMk/>
            <pc:sldMk cId="2482385169" sldId="292"/>
            <ac:spMk id="34" creationId="{88E5EF2E-D34D-B236-1051-AD99A3347B33}"/>
          </ac:spMkLst>
        </pc:spChg>
        <pc:spChg chg="add mod">
          <ac:chgData name="Aymeric SAS" userId="0709990b-44f5-4bd5-9b81-bd7d889f29cd" providerId="ADAL" clId="{2091728C-5E7A-4D85-9700-94E9CE656D0D}" dt="2026-01-05T12:20:38.522" v="3388" actId="1076"/>
          <ac:spMkLst>
            <pc:docMk/>
            <pc:sldMk cId="2482385169" sldId="292"/>
            <ac:spMk id="36" creationId="{BD9728C7-FF5A-5574-5D1B-D03EB443D7DF}"/>
          </ac:spMkLst>
        </pc:spChg>
        <pc:spChg chg="add mod">
          <ac:chgData name="Aymeric SAS" userId="0709990b-44f5-4bd5-9b81-bd7d889f29cd" providerId="ADAL" clId="{2091728C-5E7A-4D85-9700-94E9CE656D0D}" dt="2026-01-05T12:20:38.522" v="3388" actId="1076"/>
          <ac:spMkLst>
            <pc:docMk/>
            <pc:sldMk cId="2482385169" sldId="292"/>
            <ac:spMk id="37" creationId="{36B53E18-362C-6560-04E8-72F4F3655B66}"/>
          </ac:spMkLst>
        </pc:spChg>
        <pc:spChg chg="add mod">
          <ac:chgData name="Aymeric SAS" userId="0709990b-44f5-4bd5-9b81-bd7d889f29cd" providerId="ADAL" clId="{2091728C-5E7A-4D85-9700-94E9CE656D0D}" dt="2026-01-05T12:20:38.522" v="3388" actId="1076"/>
          <ac:spMkLst>
            <pc:docMk/>
            <pc:sldMk cId="2482385169" sldId="292"/>
            <ac:spMk id="39" creationId="{AD5E7090-EA94-5679-78BC-1ADE540D456A}"/>
          </ac:spMkLst>
        </pc:spChg>
        <pc:spChg chg="add mod">
          <ac:chgData name="Aymeric SAS" userId="0709990b-44f5-4bd5-9b81-bd7d889f29cd" providerId="ADAL" clId="{2091728C-5E7A-4D85-9700-94E9CE656D0D}" dt="2026-01-05T12:20:38.522" v="3388" actId="1076"/>
          <ac:spMkLst>
            <pc:docMk/>
            <pc:sldMk cId="2482385169" sldId="292"/>
            <ac:spMk id="40" creationId="{4560BCB2-958D-9C2D-7F53-F0F429114FE9}"/>
          </ac:spMkLst>
        </pc:spChg>
        <pc:spChg chg="add mod">
          <ac:chgData name="Aymeric SAS" userId="0709990b-44f5-4bd5-9b81-bd7d889f29cd" providerId="ADAL" clId="{2091728C-5E7A-4D85-9700-94E9CE656D0D}" dt="2026-01-05T12:20:15.849" v="3382"/>
          <ac:spMkLst>
            <pc:docMk/>
            <pc:sldMk cId="2482385169" sldId="292"/>
            <ac:spMk id="42" creationId="{AA37033B-0A44-4CAC-3DE3-FE738A81C22E}"/>
          </ac:spMkLst>
        </pc:spChg>
        <pc:spChg chg="add mod">
          <ac:chgData name="Aymeric SAS" userId="0709990b-44f5-4bd5-9b81-bd7d889f29cd" providerId="ADAL" clId="{2091728C-5E7A-4D85-9700-94E9CE656D0D}" dt="2026-01-05T12:20:15.849" v="3382"/>
          <ac:spMkLst>
            <pc:docMk/>
            <pc:sldMk cId="2482385169" sldId="292"/>
            <ac:spMk id="44" creationId="{6C297DB1-B599-6CE9-33EB-38E447FD0DE6}"/>
          </ac:spMkLst>
        </pc:spChg>
        <pc:spChg chg="add mod">
          <ac:chgData name="Aymeric SAS" userId="0709990b-44f5-4bd5-9b81-bd7d889f29cd" providerId="ADAL" clId="{2091728C-5E7A-4D85-9700-94E9CE656D0D}" dt="2026-01-05T12:20:15.849" v="3382"/>
          <ac:spMkLst>
            <pc:docMk/>
            <pc:sldMk cId="2482385169" sldId="292"/>
            <ac:spMk id="46" creationId="{A749C5F9-DB00-2253-E7BC-977008287B18}"/>
          </ac:spMkLst>
        </pc:spChg>
        <pc:spChg chg="add mod">
          <ac:chgData name="Aymeric SAS" userId="0709990b-44f5-4bd5-9b81-bd7d889f29cd" providerId="ADAL" clId="{2091728C-5E7A-4D85-9700-94E9CE656D0D}" dt="2026-01-05T12:20:15.849" v="3382"/>
          <ac:spMkLst>
            <pc:docMk/>
            <pc:sldMk cId="2482385169" sldId="292"/>
            <ac:spMk id="47" creationId="{79A4A389-C04F-9E38-9A74-28003DD86087}"/>
          </ac:spMkLst>
        </pc:spChg>
        <pc:spChg chg="add mod">
          <ac:chgData name="Aymeric SAS" userId="0709990b-44f5-4bd5-9b81-bd7d889f29cd" providerId="ADAL" clId="{2091728C-5E7A-4D85-9700-94E9CE656D0D}" dt="2026-01-05T12:20:15.849" v="3382"/>
          <ac:spMkLst>
            <pc:docMk/>
            <pc:sldMk cId="2482385169" sldId="292"/>
            <ac:spMk id="49" creationId="{50F676B3-5EA2-B4CA-83CE-D4C75ACDBD5F}"/>
          </ac:spMkLst>
        </pc:spChg>
        <pc:grpChg chg="mod">
          <ac:chgData name="Aymeric SAS" userId="0709990b-44f5-4bd5-9b81-bd7d889f29cd" providerId="ADAL" clId="{2091728C-5E7A-4D85-9700-94E9CE656D0D}" dt="2026-01-05T12:20:38.522" v="3388" actId="1076"/>
          <ac:grpSpMkLst>
            <pc:docMk/>
            <pc:sldMk cId="2482385169" sldId="292"/>
            <ac:grpSpMk id="35" creationId="{E3824F7F-84DF-1C37-F3D7-3DBBCF17ABA0}"/>
          </ac:grpSpMkLst>
        </pc:grpChg>
        <pc:grpChg chg="mod">
          <ac:chgData name="Aymeric SAS" userId="0709990b-44f5-4bd5-9b81-bd7d889f29cd" providerId="ADAL" clId="{2091728C-5E7A-4D85-9700-94E9CE656D0D}" dt="2026-01-05T12:20:38.522" v="3388" actId="1076"/>
          <ac:grpSpMkLst>
            <pc:docMk/>
            <pc:sldMk cId="2482385169" sldId="292"/>
            <ac:grpSpMk id="38" creationId="{49FDF254-5380-F9C7-900D-F3A615182707}"/>
          </ac:grpSpMkLst>
        </pc:grpChg>
        <pc:grpChg chg="mod">
          <ac:chgData name="Aymeric SAS" userId="0709990b-44f5-4bd5-9b81-bd7d889f29cd" providerId="ADAL" clId="{2091728C-5E7A-4D85-9700-94E9CE656D0D}" dt="2026-01-05T12:20:28.633" v="3387" actId="14100"/>
          <ac:grpSpMkLst>
            <pc:docMk/>
            <pc:sldMk cId="2482385169" sldId="292"/>
            <ac:grpSpMk id="41" creationId="{5103A958-8D7E-822D-0020-2939AB6071FA}"/>
          </ac:grpSpMkLst>
        </pc:grpChg>
        <pc:graphicFrameChg chg="del mod">
          <ac:chgData name="Aymeric SAS" userId="0709990b-44f5-4bd5-9b81-bd7d889f29cd" providerId="ADAL" clId="{2091728C-5E7A-4D85-9700-94E9CE656D0D}" dt="2026-01-05T12:20:02.521" v="3373" actId="478"/>
          <ac:graphicFrameMkLst>
            <pc:docMk/>
            <pc:sldMk cId="2482385169" sldId="292"/>
            <ac:graphicFrameMk id="5" creationId="{7F849087-6EE3-D000-ECC4-B9B0FDCD60E1}"/>
          </ac:graphicFrameMkLst>
        </pc:graphicFrameChg>
      </pc:sldChg>
      <pc:sldChg chg="add ord">
        <pc:chgData name="Aymeric SAS" userId="0709990b-44f5-4bd5-9b81-bd7d889f29cd" providerId="ADAL" clId="{2091728C-5E7A-4D85-9700-94E9CE656D0D}" dt="2026-01-05T12:27:03.596" v="3397"/>
        <pc:sldMkLst>
          <pc:docMk/>
          <pc:sldMk cId="1367887095" sldId="293"/>
        </pc:sldMkLst>
      </pc:sldChg>
      <pc:sldChg chg="add del">
        <pc:chgData name="Aymeric SAS" userId="0709990b-44f5-4bd5-9b81-bd7d889f29cd" providerId="ADAL" clId="{2091728C-5E7A-4D85-9700-94E9CE656D0D}" dt="2026-01-05T12:27:01.758" v="3395" actId="47"/>
        <pc:sldMkLst>
          <pc:docMk/>
          <pc:sldMk cId="375359764" sldId="294"/>
        </pc:sldMkLst>
      </pc:sldChg>
      <pc:sldMasterChg chg="add addSldLayout">
        <pc:chgData name="Aymeric SAS" userId="0709990b-44f5-4bd5-9b81-bd7d889f29cd" providerId="ADAL" clId="{2091728C-5E7A-4D85-9700-94E9CE656D0D}" dt="2026-01-05T12:01:05.319" v="3079" actId="27028"/>
        <pc:sldMasterMkLst>
          <pc:docMk/>
          <pc:sldMasterMk cId="3747095735" sldId="2147483851"/>
        </pc:sldMasterMkLst>
        <pc:sldLayoutChg chg="add">
          <pc:chgData name="Aymeric SAS" userId="0709990b-44f5-4bd5-9b81-bd7d889f29cd" providerId="ADAL" clId="{2091728C-5E7A-4D85-9700-94E9CE656D0D}" dt="2026-01-05T12:01:05.319" v="3079" actId="27028"/>
          <pc:sldLayoutMkLst>
            <pc:docMk/>
            <pc:sldMasterMk cId="3747095735" sldId="2147483851"/>
            <pc:sldLayoutMk cId="495252514" sldId="2147483855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1:50:36.668" v="2971" actId="27028"/>
        <pc:sldMasterMkLst>
          <pc:docMk/>
          <pc:sldMasterMk cId="3691805841" sldId="2147483859"/>
        </pc:sldMasterMkLst>
        <pc:sldLayoutChg chg="add">
          <pc:chgData name="Aymeric SAS" userId="0709990b-44f5-4bd5-9b81-bd7d889f29cd" providerId="ADAL" clId="{2091728C-5E7A-4D85-9700-94E9CE656D0D}" dt="2026-01-05T11:50:36.668" v="2971" actId="27028"/>
          <pc:sldLayoutMkLst>
            <pc:docMk/>
            <pc:sldMasterMk cId="3691805841" sldId="2147483859"/>
            <pc:sldLayoutMk cId="1766174038" sldId="2147483863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2:19:28.134" v="3362" actId="27028"/>
        <pc:sldMasterMkLst>
          <pc:docMk/>
          <pc:sldMasterMk cId="1940406553" sldId="2147483879"/>
        </pc:sldMasterMkLst>
        <pc:sldLayoutChg chg="add">
          <pc:chgData name="Aymeric SAS" userId="0709990b-44f5-4bd5-9b81-bd7d889f29cd" providerId="ADAL" clId="{2091728C-5E7A-4D85-9700-94E9CE656D0D}" dt="2026-01-05T11:53:17.425" v="3001" actId="27028"/>
          <pc:sldLayoutMkLst>
            <pc:docMk/>
            <pc:sldMasterMk cId="1940406553" sldId="2147483879"/>
            <pc:sldLayoutMk cId="237636493" sldId="2147483880"/>
          </pc:sldLayoutMkLst>
        </pc:sldLayoutChg>
        <pc:sldLayoutChg chg="add">
          <pc:chgData name="Aymeric SAS" userId="0709990b-44f5-4bd5-9b81-bd7d889f29cd" providerId="ADAL" clId="{2091728C-5E7A-4D85-9700-94E9CE656D0D}" dt="2026-01-05T11:56:07.389" v="3024" actId="27028"/>
          <pc:sldLayoutMkLst>
            <pc:docMk/>
            <pc:sldMasterMk cId="1940406553" sldId="2147483879"/>
            <pc:sldLayoutMk cId="894271695" sldId="2147483881"/>
          </pc:sldLayoutMkLst>
        </pc:sldLayoutChg>
        <pc:sldLayoutChg chg="add">
          <pc:chgData name="Aymeric SAS" userId="0709990b-44f5-4bd5-9b81-bd7d889f29cd" providerId="ADAL" clId="{2091728C-5E7A-4D85-9700-94E9CE656D0D}" dt="2026-01-05T12:04:43.951" v="3126" actId="27028"/>
          <pc:sldLayoutMkLst>
            <pc:docMk/>
            <pc:sldMasterMk cId="1940406553" sldId="2147483879"/>
            <pc:sldLayoutMk cId="2480768608" sldId="2147483883"/>
          </pc:sldLayoutMkLst>
        </pc:sldLayoutChg>
        <pc:sldLayoutChg chg="add">
          <pc:chgData name="Aymeric SAS" userId="0709990b-44f5-4bd5-9b81-bd7d889f29cd" providerId="ADAL" clId="{2091728C-5E7A-4D85-9700-94E9CE656D0D}" dt="2026-01-05T12:15:30.673" v="3266" actId="27028"/>
          <pc:sldLayoutMkLst>
            <pc:docMk/>
            <pc:sldMasterMk cId="1940406553" sldId="2147483879"/>
            <pc:sldLayoutMk cId="3948092098" sldId="2147483884"/>
          </pc:sldLayoutMkLst>
        </pc:sldLayoutChg>
        <pc:sldLayoutChg chg="add">
          <pc:chgData name="Aymeric SAS" userId="0709990b-44f5-4bd5-9b81-bd7d889f29cd" providerId="ADAL" clId="{2091728C-5E7A-4D85-9700-94E9CE656D0D}" dt="2026-01-05T12:19:28.134" v="3362" actId="27028"/>
          <pc:sldLayoutMkLst>
            <pc:docMk/>
            <pc:sldMasterMk cId="1940406553" sldId="2147483879"/>
            <pc:sldLayoutMk cId="119475839" sldId="2147483885"/>
          </pc:sldLayoutMkLst>
        </pc:sldLayoutChg>
        <pc:sldLayoutChg chg="add">
          <pc:chgData name="Aymeric SAS" userId="0709990b-44f5-4bd5-9b81-bd7d889f29cd" providerId="ADAL" clId="{2091728C-5E7A-4D85-9700-94E9CE656D0D}" dt="2026-01-05T12:17:55.039" v="3342" actId="27028"/>
          <pc:sldLayoutMkLst>
            <pc:docMk/>
            <pc:sldMasterMk cId="1940406553" sldId="2147483879"/>
            <pc:sldLayoutMk cId="3009036515" sldId="2147483927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1:51:28.722" v="2982" actId="27028"/>
        <pc:sldMasterMkLst>
          <pc:docMk/>
          <pc:sldMasterMk cId="2375520054" sldId="2147483902"/>
        </pc:sldMasterMkLst>
        <pc:sldLayoutChg chg="add">
          <pc:chgData name="Aymeric SAS" userId="0709990b-44f5-4bd5-9b81-bd7d889f29cd" providerId="ADAL" clId="{2091728C-5E7A-4D85-9700-94E9CE656D0D}" dt="2026-01-05T11:51:28.722" v="2982" actId="27028"/>
          <pc:sldLayoutMkLst>
            <pc:docMk/>
            <pc:sldMasterMk cId="2375520054" sldId="2147483902"/>
            <pc:sldLayoutMk cId="1740428982" sldId="2147483912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2:26:55.059" v="3391" actId="27028"/>
        <pc:sldMasterMkLst>
          <pc:docMk/>
          <pc:sldMasterMk cId="11795512" sldId="2147483913"/>
        </pc:sldMasterMkLst>
        <pc:sldLayoutChg chg="add">
          <pc:chgData name="Aymeric SAS" userId="0709990b-44f5-4bd5-9b81-bd7d889f29cd" providerId="ADAL" clId="{2091728C-5E7A-4D85-9700-94E9CE656D0D}" dt="2026-01-05T12:26:55.059" v="3391" actId="27028"/>
          <pc:sldLayoutMkLst>
            <pc:docMk/>
            <pc:sldMasterMk cId="11795512" sldId="2147483913"/>
            <pc:sldLayoutMk cId="40820038" sldId="2147483914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1:58:05.572" v="3047" actId="27028"/>
        <pc:sldMasterMkLst>
          <pc:docMk/>
          <pc:sldMasterMk cId="1131587919" sldId="2147483917"/>
        </pc:sldMasterMkLst>
        <pc:sldLayoutChg chg="add">
          <pc:chgData name="Aymeric SAS" userId="0709990b-44f5-4bd5-9b81-bd7d889f29cd" providerId="ADAL" clId="{2091728C-5E7A-4D85-9700-94E9CE656D0D}" dt="2026-01-05T11:58:05.572" v="3047" actId="27028"/>
          <pc:sldLayoutMkLst>
            <pc:docMk/>
            <pc:sldMasterMk cId="1131587919" sldId="2147483917"/>
            <pc:sldLayoutMk cId="1697709035" sldId="2147483925"/>
          </pc:sldLayoutMkLst>
        </pc:sldLayoutChg>
      </pc:sldMasterChg>
      <pc:sldMasterChg chg="add replId addSldLayout">
        <pc:chgData name="Aymeric SAS" userId="0709990b-44f5-4bd5-9b81-bd7d889f29cd" providerId="ADAL" clId="{2091728C-5E7A-4D85-9700-94E9CE656D0D}" dt="2026-01-05T12:26:58.046" v="3393" actId="27028"/>
        <pc:sldMasterMkLst>
          <pc:docMk/>
          <pc:sldMasterMk cId="1918504385" sldId="2147483928"/>
        </pc:sldMasterMkLst>
        <pc:sldLayoutChg chg="add">
          <pc:chgData name="Aymeric SAS" userId="0709990b-44f5-4bd5-9b81-bd7d889f29cd" providerId="ADAL" clId="{2091728C-5E7A-4D85-9700-94E9CE656D0D}" dt="2026-01-05T12:09:12.707" v="3180" actId="27028"/>
          <pc:sldLayoutMkLst>
            <pc:docMk/>
            <pc:sldMasterMk cId="1918504385" sldId="2147483928"/>
            <pc:sldLayoutMk cId="2604835890" sldId="2147483926"/>
          </pc:sldLayoutMkLst>
        </pc:sldLayoutChg>
        <pc:sldLayoutChg chg="add">
          <pc:chgData name="Aymeric SAS" userId="0709990b-44f5-4bd5-9b81-bd7d889f29cd" providerId="ADAL" clId="{2091728C-5E7A-4D85-9700-94E9CE656D0D}" dt="2026-01-05T12:26:58.046" v="3393" actId="27028"/>
          <pc:sldLayoutMkLst>
            <pc:docMk/>
            <pc:sldMasterMk cId="1918504385" sldId="2147483928"/>
            <pc:sldLayoutMk cId="1300388169" sldId="214748392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4BCC2-5A92-486E-9A43-8B9266EDB28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C0369-C646-4CDD-90C4-E8705C9437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24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FB6700-B4C4-5CBA-057D-BF64D2194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3FCB84-F33A-0000-5EFE-2A5B00A13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ECCBCB-EBCB-88F8-87B9-98630236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BF7E-A33B-4C62-AAD8-8F0A1ED0378A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A37312-6D08-F11E-2815-4B5659B2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CCF930-256C-C16D-9E0A-D10B2DE6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535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37577-9E24-B6E4-81DD-4B01159B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5202B4-1DA3-32BC-BE2F-43323F07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31DC8F-8318-9452-513C-0946BFE2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C9C9E-6CF8-4D6F-AF3A-24D17432E34C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AA6D0B-7FE4-E6FF-B9EB-4A367B02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8A9ED-1934-DB3E-937E-0541E3BA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38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75A6D-A3FA-5EF6-E923-C9CBBD0E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ADF2AF-2CEB-F0F4-9009-3DC15FE1C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C389CF-D349-D8C7-76BF-5591DB46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A3988-0C33-418A-80C6-0C4D7447E451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2D6B2E-34BA-09FA-EBB0-9AC3C415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0FA28F-9D2F-93C6-CB68-E4F575B7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09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A693B-A591-B63B-4CC1-BCB15B66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69F8DA-8B05-04DD-49CE-29F0D8D00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4C16C1-AF0E-CB4F-974A-772FADA8F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86773A-6521-12D4-FC07-ACB51AFA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E227-23D8-4251-BE13-CC657DD8AC4E}" type="datetime1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3614A8-967A-C338-74B8-D905772F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BC6C9C-B913-06E1-B357-8836CA6A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28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F299BA-17C4-15B3-6675-069EC11F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AE8E4D-CB92-B314-31D8-80E1B930E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702B8A-A379-1EF1-197B-676E83D8C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EC0D6C-960D-952A-4A33-5D7FFB751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733BC3-6B5E-F0FC-ADF3-E3A2C36D0D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CE2077-09DB-6CBD-6D35-8048F801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9FE00-B27F-4D76-9DDC-651454D0555E}" type="datetime1">
              <a:rPr lang="fr-FR" smtClean="0"/>
              <a:t>05/01/2026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F3CD0D8-0B35-32FB-19C7-EB647B12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AF9E78-E87F-016F-724A-092D0B56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82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2E162E-35C5-762B-20A2-F756C3B3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E29D0A-7732-4524-95D5-7ED065FA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1CBFE-84E6-41DF-9B9E-8FD940BF945A}" type="datetime1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277F86-15BB-4AF2-C249-A8522C10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1692B6-2B91-4BCF-F21B-967E6E6F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69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E3C376E-A5B9-B739-AFC2-F3401FF9E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E1D7E-8899-4B67-B45A-C02D0CE6AE41}" type="datetime1">
              <a:rPr lang="fr-FR" smtClean="0"/>
              <a:t>05/01/2026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15D64D8-9295-797A-961B-ED520BB7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EF366A-0B0D-E5D4-F397-CF941095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97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F8164A-95C3-4D49-0E38-23CFBBFF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E57601-B893-5086-C436-CF4859607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EED589-CD12-DAA8-9D4D-E99CC68B0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946A79-0C6B-D2A0-6E74-436A8A3D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153E-1DF6-42D8-87C1-963D4C55D90C}" type="datetime1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47E315-5761-B4C7-3AAB-974AEE04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DEAC3F-8445-99A3-2369-CD2BC2316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97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5197D8-6C9B-D904-25F4-D62E2B62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ECA5569-81BE-FF21-6977-8D407BDCE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3BD90C-9B72-3038-7B4E-991C06944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FA4F89-E3CF-5426-BF2F-B10B7196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5733-BB59-49DF-B169-7CF3D7916708}" type="datetime1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FF08C7-8A16-C055-F10E-3AF309A4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FDDAA6-E219-713A-D697-E4D0275C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57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26E93-09CD-0781-946E-D9AF71D4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05F882-4090-3E01-E571-BE603E345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EF1452-1CA7-271E-EF0B-B890A1B67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87376-A314-4778-8331-89CB33D326B4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2667D3-25C5-7CD4-C25D-BE2E734C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98C75-0304-8CFD-E864-76A8E980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04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8EC25B2-B373-D18C-FD15-4E9CA433F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3421F0-CDBA-DC1E-BFD8-5913734A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7275F9-96AE-E9E1-A5A7-1BA812DC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9167-F5D4-4E35-B5DD-AA7F9767F025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F2B1A8-80C1-4B95-5F04-26086746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257528-41F9-5EED-6ABE-32C48EBE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655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772EFF6D-0E37-C170-6E8F-791B2E35C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4400" y="0"/>
            <a:ext cx="8127600" cy="685800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2D1EC-00BA-090F-4890-8A8449B213D6}"/>
              </a:ext>
            </a:extLst>
          </p:cNvPr>
          <p:cNvSpPr/>
          <p:nvPr userDrawn="1"/>
        </p:nvSpPr>
        <p:spPr>
          <a:xfrm>
            <a:off x="1" y="0"/>
            <a:ext cx="4064399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2309DC96-23C2-8373-05B0-2E90FE5E41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12524" y="134362"/>
            <a:ext cx="779751" cy="1497617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4E4A55D5-8C7F-E0F2-769A-1198F3D1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591" y="4080396"/>
            <a:ext cx="6757367" cy="2777604"/>
          </a:xfrm>
        </p:spPr>
        <p:txBody>
          <a:bodyPr anchor="t" anchorCtr="0"/>
          <a:lstStyle>
            <a:lvl1pPr algn="l">
              <a:defRPr sz="4800" b="1" i="0" cap="none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71875FF3-DB1B-B1AF-EBE8-DC7553A27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591" y="3185157"/>
            <a:ext cx="6757367" cy="779751"/>
          </a:xfrm>
        </p:spPr>
        <p:txBody>
          <a:bodyPr anchor="ctr" anchorCtr="0"/>
          <a:lstStyle>
            <a:lvl1pPr marL="0" indent="0" algn="l">
              <a:lnSpc>
                <a:spcPct val="130000"/>
              </a:lnSpc>
              <a:spcAft>
                <a:spcPts val="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174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D8AE9-08A4-EFF2-4F54-C071391D5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281" y="2848291"/>
            <a:ext cx="8319493" cy="1161417"/>
          </a:xfrm>
        </p:spPr>
        <p:txBody>
          <a:bodyPr anchor="t" anchorCtr="0"/>
          <a:lstStyle>
            <a:lvl1pPr marL="514350" indent="-514350" algn="ctr">
              <a:buFont typeface="+mj-lt"/>
              <a:buAutoNum type="arabicPeriod"/>
              <a:defRPr sz="3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740428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6 EXTER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6C9007-5C83-E2C9-8FE1-6E103CC952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1A022-1955-8E84-264F-DA8C787616D7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2DD95BA4-8D6D-20C0-7EC3-6BDE16C2E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9FA3845-7785-CB90-DF4D-2EC400774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7B11E268-1DBC-ED3D-74AC-C7ED3DB68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75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9036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5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668EC5C-13C9-6D19-B4B0-570B52BFD9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E90D4-9D79-EB05-FA2D-6AB45C2F7BC3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CF84035D-A86A-F191-7DBD-129CD2D55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F28C0647-6D89-89EF-2BF8-167F40D4A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0B6F0A0-64FF-C6D0-EC81-F1D699C04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8092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4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4D3005C-7EE6-36A2-687A-ADED0A2E3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E25A5-F183-0A8C-FC3E-BA204BD1BEDB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FE9C5DAC-9AD4-475B-FE95-4F79829E1E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2FAD66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E180EFFC-540D-BDAC-A87B-F3F645506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C3F3CE54-053C-2147-EB09-1BB612E03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68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2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7B327B4-F876-873C-33A0-B48047ECB9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613B6-7965-C6B5-12FB-5B1B8B2AF5A0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D3A28C71-9174-F7A3-8AFE-9E1672CBA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00919B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0548928-AC40-C806-C2A5-399F2F453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E9E869DE-F122-AFC9-E0D0-5B041E201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4271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1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3A6813C-B546-5432-BAAA-59A5D751A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930BC-1753-B241-B5F0-BC9CC06D66F5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DE8ACC-D335-3D3B-3D12-DA4C69B5A8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B9B5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536D9D4-5FE9-D0E3-D926-E4E33B1309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66" y="3871913"/>
            <a:ext cx="2029626" cy="3434012"/>
          </a:xfrm>
          <a:prstGeom prst="rect">
            <a:avLst/>
          </a:prstGeo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4DAE5F12-80CD-8562-82F6-10F7F4268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36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709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3 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14F6AA-087B-CE36-96C0-427F96B4A99B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4D0DE6E-8BB1-7EAF-0A35-FB3905B453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6095" y="-311727"/>
            <a:ext cx="3908069" cy="7505973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A56199FF-4002-2744-182B-DD250F36A7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624" y="3844296"/>
            <a:ext cx="2770295" cy="3434012"/>
          </a:xfrm>
          <a:prstGeom prst="rect">
            <a:avLst/>
          </a:prstGeom>
        </p:spPr>
      </p:pic>
      <p:sp>
        <p:nvSpPr>
          <p:cNvPr id="19" name="Title 19">
            <a:extLst>
              <a:ext uri="{FF2B5EF4-FFF2-40B4-BE49-F238E27FC236}">
                <a16:creationId xmlns:a16="http://schemas.microsoft.com/office/drawing/2014/main" id="{EF18C0AC-6DBA-94F4-5062-2FEE5DE05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CA331F-5B5E-77DE-69E1-411B73E47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52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37577-9E24-B6E4-81DD-4B01159B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5202B4-1DA3-32BC-BE2F-43323F07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31DC8F-8318-9452-513C-0946BFE2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AA6D0B-7FE4-E6FF-B9EB-4A367B02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8A9ED-1934-DB3E-937E-0541E3BA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3881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4835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-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D1012D-454D-B585-E4E4-11998A891E3E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48EDFF77-90A4-03C2-086F-CB04B6A14C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028216"/>
            <a:ext cx="12192001" cy="2093575"/>
          </a:xfrm>
          <a:prstGeom prst="rect">
            <a:avLst/>
          </a:prstGeom>
        </p:spPr>
      </p:pic>
      <p:pic>
        <p:nvPicPr>
          <p:cNvPr id="7" name="Image 6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B6C0139-F20E-7AA7-3925-D88D22B38B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081" y="4966007"/>
            <a:ext cx="2225836" cy="22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4475F7-77F6-7257-A1E0-7E4E5EDD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9CA62-4C81-655B-09BC-BD1D164A3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008C6-2D62-178F-E1CD-39935BCFE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06DD0-A199-4C6E-B30A-B634699B2D48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69CA69-9681-163A-0C57-27123318F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8D1B2-DE50-42C8-5B56-9873B249F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50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967327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LEVEL</a:t>
            </a:r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180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i="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441" y="2869593"/>
            <a:ext cx="5773230" cy="11433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C6D76721-85E3-138A-A9B1-66888669C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140" t="4154" b="4479"/>
          <a:stretch>
            <a:fillRect/>
          </a:stretch>
        </p:blipFill>
        <p:spPr>
          <a:xfrm>
            <a:off x="-12812" y="0"/>
            <a:ext cx="2534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GILROY-EXTRABOLD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4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927" r:id="rId2"/>
    <p:sldLayoutId id="2147483884" r:id="rId3"/>
    <p:sldLayoutId id="2147483883" r:id="rId4"/>
    <p:sldLayoutId id="2147483881" r:id="rId5"/>
    <p:sldLayoutId id="2147483880" r:id="rId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695689"/>
            <a:ext cx="1104782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290" y="1788487"/>
            <a:ext cx="11047822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E6CD7B-9C42-AEF7-B204-006627AD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291" y="6356350"/>
            <a:ext cx="7760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4F112D-4D24-0690-DFFA-EF1B44470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58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09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4475F7-77F6-7257-A1E0-7E4E5EDD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9CA62-4C81-655B-09BC-BD1D164A3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008C6-2D62-178F-E1CD-39935BCFE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69CA69-9681-163A-0C57-27123318F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8D1B2-DE50-42C8-5B56-9873B249F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50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2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0.svg"/><Relationship Id="rId3" Type="http://schemas.openxmlformats.org/officeDocument/2006/relationships/image" Target="../media/image23.svg"/><Relationship Id="rId7" Type="http://schemas.openxmlformats.org/officeDocument/2006/relationships/image" Target="../media/image26.svg"/><Relationship Id="rId12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image" Target="../media/image29.svg"/><Relationship Id="rId5" Type="http://schemas.openxmlformats.org/officeDocument/2006/relationships/image" Target="../media/image24.svg"/><Relationship Id="rId10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opera-energie.com/media/leviers-optimisation-turpe/" TargetMode="External"/><Relationship Id="rId5" Type="http://schemas.openxmlformats.org/officeDocument/2006/relationships/image" Target="../media/image31.jpe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8.png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1.jpeg"/><Relationship Id="rId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6.svg"/><Relationship Id="rId7" Type="http://schemas.openxmlformats.org/officeDocument/2006/relationships/image" Target="../media/image46.png"/><Relationship Id="rId12" Type="http://schemas.openxmlformats.org/officeDocument/2006/relationships/image" Target="../media/image5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sv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31.jpe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enedis.fr/pages/accueil/" TargetMode="External"/><Relationship Id="rId3" Type="http://schemas.openxmlformats.org/officeDocument/2006/relationships/hyperlink" Target="https://www.rte-france.com/" TargetMode="External"/><Relationship Id="rId7" Type="http://schemas.openxmlformats.org/officeDocument/2006/relationships/hyperlink" Target="https://www.ecologie.gouv.fr/" TargetMode="External"/><Relationship Id="rId2" Type="http://schemas.openxmlformats.org/officeDocument/2006/relationships/hyperlink" Target="https://www.enedis.fr/heures-pleines-heures-creus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yjunia.sharepoint.com/teams/STUDENT_ProjetYes_jxk0fb/Shared%20Documents/General/3.%20Optimiser%20la%20consommation%20et%20la%20puissance%20souscrite/edf.fr/entreprises" TargetMode="External"/><Relationship Id="rId5" Type="http://schemas.openxmlformats.org/officeDocument/2006/relationships/hyperlink" Target="https://www.cre.fr/" TargetMode="External"/><Relationship Id="rId4" Type="http://schemas.openxmlformats.org/officeDocument/2006/relationships/hyperlink" Target="https://agirpourlatransition.ademe.fr/particuliers" TargetMode="External"/><Relationship Id="rId9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181639EE-7EAB-3205-2E93-E10E5000FD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0A36B49-3E6A-1F81-19D7-E56187CF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591" y="4080395"/>
            <a:ext cx="3291899" cy="2658607"/>
          </a:xfrm>
        </p:spPr>
        <p:txBody>
          <a:bodyPr/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fr-FR" sz="2000" dirty="0"/>
              <a:t>Comprendre comment ajuster sa puissance et sa consommation pour réduire les coûts et améliorer la performance énergétique.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E15AE3-C690-CEC1-408D-7E35F3C59D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Objectifs :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05FA7BB-14FB-A392-9740-4FA6DB2AB820}"/>
              </a:ext>
            </a:extLst>
          </p:cNvPr>
          <p:cNvSpPr txBox="1">
            <a:spLocks/>
          </p:cNvSpPr>
          <p:nvPr/>
        </p:nvSpPr>
        <p:spPr>
          <a:xfrm>
            <a:off x="5295373" y="728865"/>
            <a:ext cx="5877050" cy="16162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none" baseline="0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Cours 3 :</a:t>
            </a:r>
          </a:p>
          <a:p>
            <a:r>
              <a:rPr lang="fr-FR" dirty="0"/>
              <a:t>Optimiser la consommation et la puissance souscrite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6DAA2EF-28A6-0D22-1D80-86C084663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96000" y="2708733"/>
            <a:ext cx="5315211" cy="353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ous-titre 2">
            <a:extLst>
              <a:ext uri="{FF2B5EF4-FFF2-40B4-BE49-F238E27FC236}">
                <a16:creationId xmlns:a16="http://schemas.microsoft.com/office/drawing/2014/main" id="{4BABB5FB-6382-CC42-0344-ED0008505498}"/>
              </a:ext>
            </a:extLst>
          </p:cNvPr>
          <p:cNvSpPr txBox="1">
            <a:spLocks/>
          </p:cNvSpPr>
          <p:nvPr/>
        </p:nvSpPr>
        <p:spPr>
          <a:xfrm>
            <a:off x="993749" y="4139033"/>
            <a:ext cx="587705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i="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427CE2F1-24E6-CBD7-5E01-EF30CF4DBCD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tx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5345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198B-4C73-2BE3-07B2-2A9CF431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E6D0CC02-EDB7-73B1-0A7B-4F8D86A9EB68}"/>
              </a:ext>
            </a:extLst>
          </p:cNvPr>
          <p:cNvSpPr txBox="1">
            <a:spLocks/>
          </p:cNvSpPr>
          <p:nvPr/>
        </p:nvSpPr>
        <p:spPr>
          <a:xfrm>
            <a:off x="8330711" y="4673479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Synthèse &amp; quiz final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DC935F-4B2D-D05B-F423-8E01C8962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1137" y="2206382"/>
            <a:ext cx="2192385" cy="1161417"/>
          </a:xfrm>
          <a:solidFill>
            <a:schemeClr val="bg1"/>
          </a:solidFill>
        </p:spPr>
        <p:txBody>
          <a:bodyPr anchor="ctr" anchorCtr="0"/>
          <a:lstStyle/>
          <a:p>
            <a:pPr marL="0" lvl="0" indent="0">
              <a:lnSpc>
                <a:spcPct val="100000"/>
              </a:lnSpc>
              <a:buNone/>
              <a:defRPr cap="all"/>
            </a:pPr>
            <a:r>
              <a:rPr lang="fr-FR" sz="1800" dirty="0"/>
              <a:t>Introduction &amp; rappels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EDA29FD-A85B-8646-F714-A68CB96EBAF0}"/>
              </a:ext>
            </a:extLst>
          </p:cNvPr>
          <p:cNvSpPr txBox="1">
            <a:spLocks/>
          </p:cNvSpPr>
          <p:nvPr/>
        </p:nvSpPr>
        <p:spPr>
          <a:xfrm>
            <a:off x="3072064" y="4671513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Gestion de la charge &amp; effacement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0F329AA-78F2-5BD0-1D32-45D3A60AF1E5}"/>
              </a:ext>
            </a:extLst>
          </p:cNvPr>
          <p:cNvSpPr txBox="1">
            <a:spLocks/>
          </p:cNvSpPr>
          <p:nvPr/>
        </p:nvSpPr>
        <p:spPr>
          <a:xfrm>
            <a:off x="5670924" y="4671512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Cas pratique : optimiser la puissance souscrite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406262F-D46A-F769-F93F-194D579FF505}"/>
              </a:ext>
            </a:extLst>
          </p:cNvPr>
          <p:cNvSpPr txBox="1">
            <a:spLocks/>
          </p:cNvSpPr>
          <p:nvPr/>
        </p:nvSpPr>
        <p:spPr>
          <a:xfrm>
            <a:off x="8330711" y="2359826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Heures Pleines / Heures Creuses (HP/HC)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87A3485-E720-5CBF-B4B6-9927B4138552}"/>
              </a:ext>
            </a:extLst>
          </p:cNvPr>
          <p:cNvSpPr txBox="1">
            <a:spLocks/>
          </p:cNvSpPr>
          <p:nvPr/>
        </p:nvSpPr>
        <p:spPr>
          <a:xfrm>
            <a:off x="5670924" y="2229147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Comprendre la puissance souscrite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2663C608-528A-5E16-68E0-A98D62AF9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2253" y="1209557"/>
            <a:ext cx="686440" cy="1161418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4FE8155-8B6A-D855-AB01-83E4D04DB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332" y="1209558"/>
            <a:ext cx="959714" cy="116141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3A5E9459-7D77-1A0C-F294-889B8CAAA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433" y="1209557"/>
            <a:ext cx="936942" cy="1161418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83292277-B390-1AE2-C310-5DD4642632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65692" y="3663071"/>
            <a:ext cx="1161418" cy="1161418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3067046E-A654-50FC-F45A-3F75B04244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7980" y="3663071"/>
            <a:ext cx="1018274" cy="1161418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E900863C-F297-4163-CF60-5DF671A10A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47047" y="3663071"/>
            <a:ext cx="959714" cy="1161417"/>
          </a:xfrm>
          <a:prstGeom prst="rect">
            <a:avLst/>
          </a:prstGeom>
        </p:spPr>
      </p:pic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85113AD8-20E7-1564-1A1E-04AE8F039D2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>
                <a:solidFill>
                  <a:schemeClr val="tx1">
                    <a:lumMod val="50000"/>
                  </a:schemeClr>
                </a:solidFill>
              </a:rPr>
              <a:pPr/>
              <a:t>2</a:t>
            </a:fld>
            <a:endParaRPr lang="fr-FR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717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F24A35A2-DA79-774C-9DA7-49506BCA1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66" y="3871913"/>
            <a:ext cx="2029626" cy="3434012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F1C5FBF0-514A-BFAC-8A41-F5B104C3D8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-33548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A6235DB-A401-7C13-245D-C02F11AF3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3</a:t>
            </a:fld>
            <a:endParaRPr lang="fr-FR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46411B6-F94F-9033-E365-C5E0CA884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757023"/>
            <a:ext cx="6149900" cy="495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074E4A-6F7F-FBA1-5F11-D8D3E36ED2F4}"/>
              </a:ext>
            </a:extLst>
          </p:cNvPr>
          <p:cNvSpPr/>
          <p:nvPr/>
        </p:nvSpPr>
        <p:spPr>
          <a:xfrm>
            <a:off x="108262" y="1232529"/>
            <a:ext cx="5867400" cy="1587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A750865-48C6-ED0A-A0FA-BF5B6E3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962" y="172573"/>
            <a:ext cx="8459343" cy="2875237"/>
          </a:xfrm>
        </p:spPr>
        <p:txBody>
          <a:bodyPr/>
          <a:lstStyle/>
          <a:p>
            <a:r>
              <a:rPr lang="fr-FR" sz="5400" dirty="0"/>
              <a:t>Rappel : Composition d’une facture d’électricité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4C0152D-6633-2363-97C8-63A5A081EA89}"/>
              </a:ext>
            </a:extLst>
          </p:cNvPr>
          <p:cNvSpPr txBox="1"/>
          <p:nvPr/>
        </p:nvSpPr>
        <p:spPr>
          <a:xfrm>
            <a:off x="6058767" y="2930878"/>
            <a:ext cx="397701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56436A"/>
                </a:solidFill>
              </a:rPr>
              <a:t>3 composantes principales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56436A"/>
                </a:solidFill>
              </a:rPr>
              <a:t>Énergie consommée (kWh)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56436A"/>
                </a:solidFill>
              </a:rPr>
              <a:t>Acheminement (TURPE)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56436A"/>
                </a:solidFill>
              </a:rPr>
              <a:t>Taxes et contributions</a:t>
            </a:r>
          </a:p>
          <a:p>
            <a:endParaRPr lang="fr-FR" sz="2000" dirty="0">
              <a:solidFill>
                <a:srgbClr val="56436A"/>
              </a:solidFill>
            </a:endParaRPr>
          </a:p>
          <a:p>
            <a:r>
              <a:rPr lang="fr-FR" sz="2000" dirty="0">
                <a:solidFill>
                  <a:srgbClr val="56436A"/>
                </a:solidFill>
              </a:rPr>
              <a:t>Focus aujourd’hui : la puissance souscrite, levier majeur d’optimisation</a:t>
            </a:r>
          </a:p>
          <a:p>
            <a:endParaRPr lang="fr-FR" sz="2000" dirty="0">
              <a:solidFill>
                <a:srgbClr val="56436A"/>
              </a:solidFill>
            </a:endParaRPr>
          </a:p>
          <a:p>
            <a:r>
              <a:rPr lang="fr-FR" sz="2000" dirty="0">
                <a:solidFill>
                  <a:srgbClr val="56436A"/>
                </a:solidFill>
              </a:rPr>
              <a:t>Ici l’abonnement est de 6 kVA</a:t>
            </a:r>
          </a:p>
        </p:txBody>
      </p:sp>
    </p:spTree>
    <p:extLst>
      <p:ext uri="{BB962C8B-B14F-4D97-AF65-F5344CB8AC3E}">
        <p14:creationId xmlns:p14="http://schemas.microsoft.com/office/powerpoint/2010/main" val="680866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F380784C-6F42-66BF-0A5C-07F095A2FA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" r="-389"/>
          <a:stretch>
            <a:fillRect/>
          </a:stretch>
        </p:blipFill>
        <p:spPr bwMode="auto">
          <a:xfrm>
            <a:off x="0" y="1805954"/>
            <a:ext cx="6298238" cy="4290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B3D3C079-46C6-6A32-C8E6-9AF521840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C3C2545-87A3-A6AD-E8E3-A38F427B09F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-33548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90AD3F7-513B-E7D9-15B1-F51781AD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CB06BD3-1DD7-4555-F358-44FF0CFB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5231" y="271266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tx1"/>
                </a:solidFill>
              </a:rPr>
              <a:t>Qu’est-ce que la puissance souscrite ?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BDC4ED-25D8-6702-C8DD-A5DCC788FF31}"/>
              </a:ext>
            </a:extLst>
          </p:cNvPr>
          <p:cNvSpPr txBox="1"/>
          <p:nvPr/>
        </p:nvSpPr>
        <p:spPr>
          <a:xfrm>
            <a:off x="6079707" y="2369464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sz="2000" b="0" i="0" u="none" strike="noStrike" cap="none" normalizeH="0" baseline="0" noProof="0" dirty="0">
                <a:ln>
                  <a:noFill/>
                </a:ln>
                <a:effectLst/>
              </a:rPr>
              <a:t>Puissance max que le réseau peut fournir sans disjonction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sz="2000" b="0" i="0" u="none" strike="noStrike" cap="none" normalizeH="0" baseline="0" noProof="0" dirty="0">
                <a:ln>
                  <a:noFill/>
                </a:ln>
                <a:effectLst/>
              </a:rPr>
              <a:t>Exprimée en </a:t>
            </a:r>
            <a:r>
              <a:rPr kumimoji="0" lang="fr-FR" sz="2000" b="1" i="0" u="none" strike="noStrike" cap="none" normalizeH="0" baseline="0" noProof="0" dirty="0">
                <a:ln>
                  <a:noFill/>
                </a:ln>
                <a:effectLst/>
              </a:rPr>
              <a:t>kVA</a:t>
            </a:r>
            <a:endParaRPr kumimoji="0" lang="fr-FR" sz="2000" b="0" i="0" u="none" strike="noStrike" cap="none" normalizeH="0" baseline="0" noProof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sz="2000" b="0" i="0" u="none" strike="noStrike" cap="none" normalizeH="0" baseline="0" noProof="0" dirty="0">
                <a:ln>
                  <a:noFill/>
                </a:ln>
                <a:effectLst/>
              </a:rPr>
              <a:t>Choisie lors de la souscription du contrat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sz="2000" b="0" i="0" u="none" strike="noStrike" cap="none" normalizeH="0" baseline="0" noProof="0" dirty="0">
                <a:ln>
                  <a:noFill/>
                </a:ln>
                <a:effectLst/>
              </a:rPr>
              <a:t>Trop haute = surcoût mensuel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sz="2000" b="0" i="0" u="none" strike="noStrike" cap="none" normalizeH="0" baseline="0" noProof="0" dirty="0">
                <a:ln>
                  <a:noFill/>
                </a:ln>
                <a:effectLst/>
              </a:rPr>
              <a:t>Trop basse = coupures ou pénalités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F4EC77-955A-94DC-D515-ADAA9B503F3F}"/>
              </a:ext>
            </a:extLst>
          </p:cNvPr>
          <p:cNvSpPr txBox="1"/>
          <p:nvPr/>
        </p:nvSpPr>
        <p:spPr>
          <a:xfrm>
            <a:off x="1182501" y="6211669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noProof="0" dirty="0">
                <a:hlinkClick r:id="rId6"/>
              </a:rPr>
              <a:t>https://opera-energie.com/media/leviers-optimisation-turpe/</a:t>
            </a:r>
            <a:r>
              <a:rPr lang="fr-F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694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déterminer la bonne puissance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5" y="1504335"/>
            <a:ext cx="4149866" cy="456655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</a:pPr>
            <a:r>
              <a:rPr lang="fr-FR" altLang="fr-FR" sz="2000" dirty="0">
                <a:latin typeface="Arial" panose="020B0604020202020204" pitchFamily="34" charset="0"/>
              </a:rPr>
              <a:t>Étapes d’estimation :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latin typeface="Arial" panose="020B0604020202020204" pitchFamily="34" charset="0"/>
              </a:rPr>
              <a:t>Recenser les équipements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latin typeface="Arial" panose="020B0604020202020204" pitchFamily="34" charset="0"/>
              </a:rPr>
              <a:t>Évaluer la simultanéité d’usage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latin typeface="Arial" panose="020B0604020202020204" pitchFamily="34" charset="0"/>
              </a:rPr>
              <a:t>Analyser les pics via Linky / Enedis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latin typeface="Arial" panose="020B0604020202020204" pitchFamily="34" charset="0"/>
              </a:rPr>
              <a:t>Ajouter une marge de sécurité</a:t>
            </a:r>
          </a:p>
          <a:p>
            <a:pPr eaLnBrk="0" fontAlgn="base" hangingPunct="0">
              <a:spcBef>
                <a:spcPct val="0"/>
              </a:spcBef>
            </a:pPr>
            <a:endParaRPr lang="fr-FR" altLang="fr-FR" sz="20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</a:pPr>
            <a:r>
              <a:rPr lang="fr-FR" altLang="fr-FR" sz="20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fr-FR" altLang="fr-FR" sz="2000" dirty="0">
                <a:latin typeface="Arial" panose="020B0604020202020204" pitchFamily="34" charset="0"/>
              </a:rPr>
              <a:t>Objectif : </a:t>
            </a:r>
            <a:r>
              <a:rPr lang="fr-FR" altLang="fr-FR" sz="2000" b="0" dirty="0">
                <a:latin typeface="Arial" panose="020B0604020202020204" pitchFamily="34" charset="0"/>
              </a:rPr>
              <a:t>équilibre entre sécurité et coût</a:t>
            </a:r>
          </a:p>
          <a:p>
            <a:pPr lvl="0" defTabSz="915988" eaLnBrk="0" fontAlgn="base" hangingPunct="0">
              <a:spcBef>
                <a:spcPct val="0"/>
              </a:spcBef>
            </a:pPr>
            <a:endParaRPr lang="fr-FR" sz="2000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4" name="Picture 3" descr="Comment modifier la puissance de mon compteur électrique ?">
            <a:extLst>
              <a:ext uri="{FF2B5EF4-FFF2-40B4-BE49-F238E27FC236}">
                <a16:creationId xmlns:a16="http://schemas.microsoft.com/office/drawing/2014/main" id="{B0C37C35-0984-F1EF-A373-05AD7F0E2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92498" y="1449806"/>
            <a:ext cx="6903720" cy="414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8B7A37A-FD35-2934-4A03-1E9B6CCA3936}"/>
              </a:ext>
            </a:extLst>
          </p:cNvPr>
          <p:cNvSpPr txBox="1"/>
          <p:nvPr/>
        </p:nvSpPr>
        <p:spPr>
          <a:xfrm>
            <a:off x="4755451" y="5755671"/>
            <a:ext cx="6091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https://www.totalenergies.fr/particuliers/aide-et-contacts/faq?question=comment-modifier-puissance-mon-compteur-electrique</a:t>
            </a:r>
          </a:p>
        </p:txBody>
      </p:sp>
    </p:spTree>
    <p:extLst>
      <p:ext uri="{BB962C8B-B14F-4D97-AF65-F5344CB8AC3E}">
        <p14:creationId xmlns:p14="http://schemas.microsoft.com/office/powerpoint/2010/main" val="3601147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B511-6AAA-2E62-0C82-E456456D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FA9B8-7E5B-4E64-86B6-F6F2AA3A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Courbe de charge type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1F141A-FA5D-DF7E-B9AA-AB4A71E68F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5" y="1504335"/>
            <a:ext cx="4012080" cy="4566550"/>
          </a:xfrm>
        </p:spPr>
        <p:txBody>
          <a:bodyPr/>
          <a:lstStyle/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Exemple de profil de consommation sur 24h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Pics matin et fin de journée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Longs creux nocturnes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Intérêt du “lissage de charge” ou de l’effacement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AEF22A1-773B-56D0-5904-DF101ECA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3DCE9B-6F7F-33A3-962E-A46590229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6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EDD182A-D908-4AB3-85B3-B05879B53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3145" y="962850"/>
            <a:ext cx="6976002" cy="471151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21BC5C7-8BF4-8194-8CAF-621BD42EFF93}"/>
              </a:ext>
            </a:extLst>
          </p:cNvPr>
          <p:cNvSpPr txBox="1"/>
          <p:nvPr/>
        </p:nvSpPr>
        <p:spPr>
          <a:xfrm>
            <a:off x="5359983" y="5747719"/>
            <a:ext cx="6219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https://data.enedis.fr/pages/agregats-de-consommation-au-pas-demi-heure/</a:t>
            </a:r>
          </a:p>
        </p:txBody>
      </p:sp>
    </p:spTree>
    <p:extLst>
      <p:ext uri="{BB962C8B-B14F-4D97-AF65-F5344CB8AC3E}">
        <p14:creationId xmlns:p14="http://schemas.microsoft.com/office/powerpoint/2010/main" val="2515429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0B040-AA54-131F-CF9B-6ED6447E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fr-FR" sz="5400" dirty="0"/>
              <a:t>Heures Pleines / Heures Creuses (HP/HC)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F2877BF-500C-33BE-25F1-FFA5837CB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EC8ACF-80D5-937D-C247-5115E1A9D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7911" y="2899462"/>
            <a:ext cx="3315547" cy="36767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</a:pPr>
            <a:r>
              <a:rPr lang="fr-FR" altLang="fr-FR" sz="2000" dirty="0">
                <a:latin typeface="Arial" panose="020B0604020202020204" pitchFamily="34" charset="0"/>
              </a:rPr>
              <a:t>Deux plages horaires de consommation :</a:t>
            </a:r>
          </a:p>
          <a:p>
            <a:pPr lvl="1" eaLnBrk="0" fontAlgn="base" hangingPunct="0">
              <a:spcBef>
                <a:spcPct val="0"/>
              </a:spcBef>
            </a:pPr>
            <a:r>
              <a:rPr lang="fr-FR" altLang="fr-FR" sz="2000" b="0" dirty="0">
                <a:latin typeface="Arial" panose="020B0604020202020204" pitchFamily="34" charset="0"/>
              </a:rPr>
              <a:t>HP = tarif plus élevé</a:t>
            </a:r>
          </a:p>
          <a:p>
            <a:pPr lvl="1" eaLnBrk="0" fontAlgn="base" hangingPunct="0">
              <a:spcBef>
                <a:spcPct val="0"/>
              </a:spcBef>
            </a:pPr>
            <a:r>
              <a:rPr lang="fr-FR" altLang="fr-FR" sz="2000" b="0" dirty="0">
                <a:latin typeface="Arial" panose="020B0604020202020204" pitchFamily="34" charset="0"/>
              </a:rPr>
              <a:t>HC = tarif réduit</a:t>
            </a:r>
            <a:endParaRPr lang="fr-FR" altLang="fr-FR" sz="2000" dirty="0">
              <a:latin typeface="Arial" panose="020B0604020202020204" pitchFamily="34" charset="0"/>
            </a:endParaRPr>
          </a:p>
          <a:p>
            <a:pPr marL="457200" lvl="1" eaLnBrk="0" fontAlgn="base" hangingPunct="0">
              <a:spcBef>
                <a:spcPct val="0"/>
              </a:spcBef>
            </a:pPr>
            <a:endParaRPr lang="fr-FR" altLang="fr-FR" sz="2000" b="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</a:pPr>
            <a:r>
              <a:rPr lang="fr-FR" altLang="fr-FR" sz="2000" dirty="0">
                <a:latin typeface="Arial" panose="020B0604020202020204" pitchFamily="34" charset="0"/>
              </a:rPr>
              <a:t>Objectif : déplacer la consommation vers les HC</a:t>
            </a:r>
          </a:p>
          <a:p>
            <a:pPr eaLnBrk="0" fontAlgn="base" hangingPunct="0">
              <a:spcBef>
                <a:spcPct val="0"/>
              </a:spcBef>
            </a:pPr>
            <a:r>
              <a:rPr lang="fr-FR" altLang="fr-FR" sz="2000" dirty="0">
                <a:latin typeface="Arial" panose="020B0604020202020204" pitchFamily="34" charset="0"/>
              </a:rPr>
              <a:t>Plages définies par Enedis (pas par le client)</a:t>
            </a:r>
          </a:p>
        </p:txBody>
      </p:sp>
      <p:pic>
        <p:nvPicPr>
          <p:cNvPr id="5" name="Picture 4" descr="Choisir la bonne option tarifaire en électricité">
            <a:extLst>
              <a:ext uri="{FF2B5EF4-FFF2-40B4-BE49-F238E27FC236}">
                <a16:creationId xmlns:a16="http://schemas.microsoft.com/office/drawing/2014/main" id="{BB317654-9C2B-15EA-E0CA-DA02B036C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78184" y="3064801"/>
            <a:ext cx="4514079" cy="235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766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Exemples de plages horaires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402" y="2154925"/>
            <a:ext cx="5214577" cy="4566550"/>
          </a:xfrm>
        </p:spPr>
        <p:txBody>
          <a:bodyPr/>
          <a:lstStyle/>
          <a:p>
            <a:pPr lvl="0" fontAlgn="base">
              <a:lnSpc>
                <a:spcPct val="90000"/>
              </a:lnSpc>
              <a:spcBef>
                <a:spcPct val="0"/>
              </a:spcBef>
            </a:pPr>
            <a:r>
              <a:rPr lang="fr-FR" sz="2800" dirty="0">
                <a:solidFill>
                  <a:srgbClr val="56436A"/>
                </a:solidFill>
              </a:rPr>
              <a:t>Exemple :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b="0" dirty="0">
                <a:solidFill>
                  <a:srgbClr val="56436A"/>
                </a:solidFill>
              </a:rPr>
              <a:t>Lille : 22h30–6h30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b="0" dirty="0">
                <a:solidFill>
                  <a:srgbClr val="56436A"/>
                </a:solidFill>
              </a:rPr>
              <a:t>Lyon : 23h–7h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b="0" dirty="0">
                <a:solidFill>
                  <a:srgbClr val="56436A"/>
                </a:solidFill>
              </a:rPr>
              <a:t>Marseille : 23h30–7h30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186D5-999E-FA15-D90A-10994A817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00937" y="1528763"/>
            <a:ext cx="8191063" cy="382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6380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C2989E1-AABC-0D12-63D7-AB2E529B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952" y="436156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accent6">
                    <a:lumMod val="50000"/>
                  </a:schemeClr>
                </a:solidFill>
              </a:rPr>
              <a:t>Effacement et gestion de charge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C53741F-200B-0CAE-BE64-DA56E1814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6FA69D2-944A-9BD8-2AE6-B5676BBC25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0564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7DD358-5D96-F44E-F49D-E092521B5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BBD40FC4-D7EC-73A8-68D8-0B38B0B0B0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" r="3334"/>
          <a:stretch>
            <a:fillRect/>
          </a:stretch>
        </p:blipFill>
        <p:spPr bwMode="auto">
          <a:xfrm>
            <a:off x="0" y="1434127"/>
            <a:ext cx="5766318" cy="392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5AD8723-447A-5571-C41A-133A5448E28C}"/>
              </a:ext>
            </a:extLst>
          </p:cNvPr>
          <p:cNvSpPr txBox="1"/>
          <p:nvPr/>
        </p:nvSpPr>
        <p:spPr>
          <a:xfrm>
            <a:off x="1323978" y="578546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https://www.cre.fr/electricite/reseaux-delectricite/effacements.html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A7EF65-CEF3-D361-A4AB-4567927395EE}"/>
              </a:ext>
            </a:extLst>
          </p:cNvPr>
          <p:cNvSpPr txBox="1"/>
          <p:nvPr/>
        </p:nvSpPr>
        <p:spPr>
          <a:xfrm>
            <a:off x="5741139" y="1513380"/>
            <a:ext cx="36007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56436A"/>
                </a:solidFill>
                <a:latin typeface="Arial" panose="020B0604020202020204" pitchFamily="34" charset="0"/>
              </a:rPr>
              <a:t>Effacement = réduction temporaire de consommation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solidFill>
                <a:srgbClr val="56436A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56436A"/>
                </a:solidFill>
                <a:latin typeface="Arial" panose="020B0604020202020204" pitchFamily="34" charset="0"/>
              </a:rPr>
              <a:t>Gestion de charge = planification des usages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solidFill>
                <a:srgbClr val="56436A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56436A"/>
                </a:solidFill>
                <a:latin typeface="Arial" panose="020B0604020202020204" pitchFamily="34" charset="0"/>
              </a:rPr>
              <a:t>Objectifs 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56436A"/>
                </a:solidFill>
                <a:latin typeface="Arial" panose="020B0604020202020204" pitchFamily="34" charset="0"/>
              </a:rPr>
              <a:t>Éviter les pics de demande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56436A"/>
                </a:solidFill>
                <a:latin typeface="Arial" panose="020B0604020202020204" pitchFamily="34" charset="0"/>
              </a:rPr>
              <a:t>Réduire les coûts et émissions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solidFill>
                <a:srgbClr val="56436A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56436A"/>
                </a:solidFill>
                <a:latin typeface="Arial" panose="020B0604020202020204" pitchFamily="34" charset="0"/>
              </a:rPr>
              <a:t>Peut être volontaire, automatique ou contractuel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86805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98BE-DB4F-6AA5-6257-FE62B47E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0C5A-E23A-3335-3E26-E6346D07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acteurs de l’effacement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A074BE3-8F4B-FA8A-5E5D-1403E52920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9594C56F-4452-A595-612D-1308227D2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984" y="1629596"/>
            <a:ext cx="4242816" cy="4251145"/>
          </a:xfrm>
        </p:spPr>
        <p:txBody>
          <a:bodyPr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2000" dirty="0">
                <a:solidFill>
                  <a:srgbClr val="56436A"/>
                </a:solidFill>
                <a:latin typeface="Arial" panose="020B0604020202020204" pitchFamily="34" charset="0"/>
              </a:rPr>
              <a:t>RTE : </a:t>
            </a: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coordination nationale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2000" dirty="0">
                <a:solidFill>
                  <a:srgbClr val="56436A"/>
                </a:solidFill>
                <a:latin typeface="Arial" panose="020B0604020202020204" pitchFamily="34" charset="0"/>
              </a:rPr>
              <a:t>Agrégateurs</a:t>
            </a: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 (</a:t>
            </a:r>
            <a:r>
              <a:rPr lang="fr-FR" altLang="fr-FR" sz="2000" b="0" dirty="0" err="1">
                <a:solidFill>
                  <a:srgbClr val="56436A"/>
                </a:solidFill>
                <a:latin typeface="Arial" panose="020B0604020202020204" pitchFamily="34" charset="0"/>
              </a:rPr>
              <a:t>Voltalis</a:t>
            </a: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, </a:t>
            </a:r>
            <a:r>
              <a:rPr lang="fr-FR" altLang="fr-FR" sz="2000" b="0" dirty="0" err="1">
                <a:solidFill>
                  <a:srgbClr val="56436A"/>
                </a:solidFill>
                <a:latin typeface="Arial" panose="020B0604020202020204" pitchFamily="34" charset="0"/>
              </a:rPr>
              <a:t>SmartGrid</a:t>
            </a: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 Energy…) : regroupent plusieurs sites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2000" dirty="0">
                <a:solidFill>
                  <a:srgbClr val="56436A"/>
                </a:solidFill>
                <a:latin typeface="Arial" panose="020B0604020202020204" pitchFamily="34" charset="0"/>
              </a:rPr>
              <a:t>Clients : </a:t>
            </a: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participent et sont rémunérés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2000" b="0" dirty="0">
                <a:solidFill>
                  <a:srgbClr val="56436A"/>
                </a:solidFill>
                <a:latin typeface="Arial" panose="020B0604020202020204" pitchFamily="34" charset="0"/>
              </a:rPr>
              <a:t>Dispositif reconnu par la CRE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C30C85-D8C1-05BC-F87B-9F9AAAAF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3" name="Picture 4" descr="Effacement électrique - Opéra Energie">
            <a:extLst>
              <a:ext uri="{FF2B5EF4-FFF2-40B4-BE49-F238E27FC236}">
                <a16:creationId xmlns:a16="http://schemas.microsoft.com/office/drawing/2014/main" id="{38F24A4B-DF50-5EF5-A5A6-AC701E398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16136" y="938688"/>
            <a:ext cx="6903720" cy="4942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4CF134E-B981-E86E-D5EE-95F29F52D3D0}"/>
              </a:ext>
            </a:extLst>
          </p:cNvPr>
          <p:cNvSpPr txBox="1"/>
          <p:nvPr/>
        </p:nvSpPr>
        <p:spPr>
          <a:xfrm>
            <a:off x="5744028" y="5880741"/>
            <a:ext cx="617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https://opera-energie.com/solutions-efficacite-energetique/effacement-electrique/</a:t>
            </a:r>
          </a:p>
        </p:txBody>
      </p:sp>
    </p:spTree>
    <p:extLst>
      <p:ext uri="{BB962C8B-B14F-4D97-AF65-F5344CB8AC3E}">
        <p14:creationId xmlns:p14="http://schemas.microsoft.com/office/powerpoint/2010/main" val="2023200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6DE7-6720-A511-298C-A3CD5D43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A15F-9400-DFDE-E9D5-2E005C30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gestion de charge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8EA5A51-C2C8-ED9D-C69E-DA6195F646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10A0D-6DEF-50FC-5E11-79E33E80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B7C9201-7F50-1E56-62B2-AD90D8ED4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93" y="1850545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7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solidFill>
                  <a:srgbClr val="56436A"/>
                </a:solidFill>
                <a:latin typeface="Arial" panose="020B0604020202020204" pitchFamily="34" charset="0"/>
              </a:rPr>
              <a:t>Résidentiel</a:t>
            </a:r>
            <a:r>
              <a:rPr lang="fr-FR" altLang="fr-FR" sz="2000" dirty="0">
                <a:latin typeface="Arial" panose="020B0604020202020204" pitchFamily="34" charset="0"/>
              </a:rPr>
              <a:t> : </a:t>
            </a:r>
            <a:r>
              <a:rPr lang="fr-FR" altLang="fr-FR" sz="2000" b="0" dirty="0">
                <a:latin typeface="Arial" panose="020B0604020202020204" pitchFamily="34" charset="0"/>
              </a:rPr>
              <a:t>ballon d’eau chaude → HC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Arial" panose="020B0604020202020204" pitchFamily="34" charset="0"/>
              </a:rPr>
              <a:t>Tertiaire :</a:t>
            </a:r>
            <a:r>
              <a:rPr lang="fr-FR" altLang="fr-FR" sz="2000" b="0" dirty="0">
                <a:latin typeface="Arial" panose="020B0604020202020204" pitchFamily="34" charset="0"/>
              </a:rPr>
              <a:t> chauffage/clim pilotés selon température et tarif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Arial" panose="020B0604020202020204" pitchFamily="34" charset="0"/>
              </a:rPr>
              <a:t>Industriel :</a:t>
            </a:r>
            <a:r>
              <a:rPr lang="fr-FR" altLang="fr-FR" sz="2000" b="0" dirty="0">
                <a:latin typeface="Arial" panose="020B0604020202020204" pitchFamily="34" charset="0"/>
              </a:rPr>
              <a:t> délestage automatique de machines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Arial" panose="020B0604020202020204" pitchFamily="34" charset="0"/>
              </a:rPr>
              <a:t>Autoconsommation : </a:t>
            </a:r>
            <a:r>
              <a:rPr lang="fr-FR" altLang="fr-FR" sz="2000" b="0" dirty="0">
                <a:latin typeface="Arial" panose="020B0604020202020204" pitchFamily="34" charset="0"/>
              </a:rPr>
              <a:t>stockage et pilotage PV</a:t>
            </a:r>
          </a:p>
        </p:txBody>
      </p:sp>
      <p:pic>
        <p:nvPicPr>
          <p:cNvPr id="16" name="Picture 4" descr="Domotique pour gérer votre consommation grâce à Wiser">
            <a:extLst>
              <a:ext uri="{FF2B5EF4-FFF2-40B4-BE49-F238E27FC236}">
                <a16:creationId xmlns:a16="http://schemas.microsoft.com/office/drawing/2014/main" id="{F3B04BE1-10F1-0AEB-1B80-604A44CBD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5349" y="1615365"/>
            <a:ext cx="6903720" cy="388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639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6DE7-6720-A511-298C-A3CD5D43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A15F-9400-DFDE-E9D5-2E005C30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 de l’optimisation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8EA5A51-C2C8-ED9D-C69E-DA6195F646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10A0D-6DEF-50FC-5E11-79E33E80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031678-73AD-0FFB-DC37-5BE8FDFD3CC9}"/>
              </a:ext>
            </a:extLst>
          </p:cNvPr>
          <p:cNvSpPr txBox="1"/>
          <p:nvPr/>
        </p:nvSpPr>
        <p:spPr>
          <a:xfrm>
            <a:off x="523765" y="1783571"/>
            <a:ext cx="616732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Réduction du coût fixe (abonnement)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Meilleure stabilité du réseau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Réduction des émissions de CO₂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Préparation à la flexibilité énergétique (smart </a:t>
            </a:r>
            <a:r>
              <a:rPr lang="fr-FR" sz="2800" dirty="0" err="1"/>
              <a:t>grids</a:t>
            </a:r>
            <a:r>
              <a:rPr lang="fr-FR" sz="2800" dirty="0"/>
              <a:t>)</a:t>
            </a:r>
            <a:endParaRPr lang="fr-FR" sz="2800" noProof="0" dirty="0"/>
          </a:p>
        </p:txBody>
      </p:sp>
      <p:pic>
        <p:nvPicPr>
          <p:cNvPr id="8" name="Picture 2" descr="Maîtriser et optimiser sa consommation énergétique avec Aten">
            <a:extLst>
              <a:ext uri="{FF2B5EF4-FFF2-40B4-BE49-F238E27FC236}">
                <a16:creationId xmlns:a16="http://schemas.microsoft.com/office/drawing/2014/main" id="{D81FD9FE-A15E-56EC-582A-02F8BC662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98499" y="1446431"/>
            <a:ext cx="3781051" cy="2921047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47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FFF28615-1352-B436-1CEA-87A1D271BF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1939E0A-3796-5218-1D39-5F24FC41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Pratique TD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9945D02B-8CB1-947A-CBB1-327049B07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B3FFE84-9987-EC4B-19CE-BF6F99CC0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58882" y="1870358"/>
            <a:ext cx="5656204" cy="375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0B582B7-6458-DC96-A4AD-2E5BC9D8DFB5}"/>
              </a:ext>
            </a:extLst>
          </p:cNvPr>
          <p:cNvSpPr txBox="1"/>
          <p:nvPr/>
        </p:nvSpPr>
        <p:spPr>
          <a:xfrm>
            <a:off x="2201667" y="5985485"/>
            <a:ext cx="6106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800" kern="1200" noProof="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Réaliser le TD </a:t>
            </a:r>
            <a:r>
              <a:rPr lang="fr-FR" dirty="0">
                <a:solidFill>
                  <a:schemeClr val="tx1">
                    <a:lumMod val="50000"/>
                  </a:schemeClr>
                </a:solidFill>
              </a:rPr>
              <a:t>: sur l’optimisation de la puissance souscrite</a:t>
            </a:r>
            <a:endParaRPr lang="fr-FR" dirty="0">
              <a:solidFill>
                <a:srgbClr val="FFFFFF"/>
              </a:solidFill>
              <a:highlight>
                <a:srgbClr val="FF4610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603DB441-84CF-2AA5-CB9F-6C264A6A116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684F2C1-B486-F8BF-1A3E-336D4C669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9759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4E0A-EBA8-F1FB-4DDA-387ADE08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DE46B-5711-77D3-9111-79E02F11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avancées d’optimisation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0A94415-6FBA-F60D-E582-751EB12CB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78C06828-7016-CA91-1900-9B24ED0DE0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1018" y="2596422"/>
            <a:ext cx="6830466" cy="273368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ym typeface="Wingdings" panose="05000000000000000000" pitchFamily="2" charset="2"/>
              </a:rPr>
              <a:t>Suivi en temps réel via plateformes EMS, GMAO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ym typeface="Wingdings" panose="05000000000000000000" pitchFamily="2" charset="2"/>
              </a:rPr>
              <a:t>Prévision de charge et alertes dépassement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ym typeface="Wingdings" panose="05000000000000000000" pitchFamily="2" charset="2"/>
              </a:rPr>
              <a:t>Délestage automatique ou stockage temporaire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ym typeface="Wingdings" panose="05000000000000000000" pitchFamily="2" charset="2"/>
              </a:rPr>
              <a:t>Intégration dans les smart </a:t>
            </a:r>
            <a:r>
              <a:rPr lang="fr-FR" sz="2000" dirty="0" err="1">
                <a:sym typeface="Wingdings" panose="05000000000000000000" pitchFamily="2" charset="2"/>
              </a:rPr>
              <a:t>grids</a:t>
            </a:r>
            <a:endParaRPr lang="fr-FR" sz="2000" dirty="0">
              <a:sym typeface="Wingdings" panose="05000000000000000000" pitchFamily="2" charset="2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67A829B-0531-149F-B834-99D9969A8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14</a:t>
            </a:fld>
            <a:endParaRPr lang="fr-FR" dirty="0"/>
          </a:p>
        </p:txBody>
      </p:sp>
      <p:pic>
        <p:nvPicPr>
          <p:cNvPr id="5" name="Picture 8" descr="La smart grid, solution d'avenir des réseaux électriques">
            <a:extLst>
              <a:ext uri="{FF2B5EF4-FFF2-40B4-BE49-F238E27FC236}">
                <a16:creationId xmlns:a16="http://schemas.microsoft.com/office/drawing/2014/main" id="{21964FE5-7FF1-8439-8988-A6BBA535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0790" y="1777849"/>
            <a:ext cx="4812325" cy="385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246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B5D3647A-3E0D-E211-B051-5E15A5AE6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438F06C-5A5A-3675-276B-347E372F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379" y="321461"/>
            <a:ext cx="8459343" cy="2875237"/>
          </a:xfrm>
        </p:spPr>
        <p:txBody>
          <a:bodyPr/>
          <a:lstStyle/>
          <a:p>
            <a:r>
              <a:rPr lang="fr-FR" sz="5400" dirty="0"/>
              <a:t>Synthèse du cours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88611ED-7691-B086-C0D7-9AC4170A6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F882185-6712-7B7D-C651-62EED4D458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10BD49-CA60-0DA4-0F91-AE5D73021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80E280B-57E9-C6A3-2BFB-8AD9D4AC9141}"/>
              </a:ext>
            </a:extLst>
          </p:cNvPr>
          <p:cNvSpPr/>
          <p:nvPr/>
        </p:nvSpPr>
        <p:spPr>
          <a:xfrm>
            <a:off x="1507089" y="1212220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1" name="Rectangle 30" descr="Coche">
            <a:extLst>
              <a:ext uri="{FF2B5EF4-FFF2-40B4-BE49-F238E27FC236}">
                <a16:creationId xmlns:a16="http://schemas.microsoft.com/office/drawing/2014/main" id="{F253E144-CAE4-0936-6090-66E8267B5434}"/>
              </a:ext>
            </a:extLst>
          </p:cNvPr>
          <p:cNvSpPr/>
          <p:nvPr/>
        </p:nvSpPr>
        <p:spPr>
          <a:xfrm>
            <a:off x="1857941" y="1473185"/>
            <a:ext cx="637913" cy="637913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818F675B-E1BC-9944-0DF6-9452204E5963}"/>
              </a:ext>
            </a:extLst>
          </p:cNvPr>
          <p:cNvGrpSpPr/>
          <p:nvPr/>
        </p:nvGrpSpPr>
        <p:grpSpPr>
          <a:xfrm>
            <a:off x="2846707" y="1212220"/>
            <a:ext cx="5024605" cy="1159843"/>
            <a:chOff x="1339618" y="2288"/>
            <a:chExt cx="5024605" cy="115984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2D36455-0DFD-F88E-5D57-E8548E176582}"/>
                </a:ext>
              </a:extLst>
            </p:cNvPr>
            <p:cNvSpPr/>
            <p:nvPr/>
          </p:nvSpPr>
          <p:spPr>
            <a:xfrm>
              <a:off x="1339618" y="2288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50F676B3-5EA2-B4CA-83CE-D4C75ACDBD5F}"/>
                </a:ext>
              </a:extLst>
            </p:cNvPr>
            <p:cNvSpPr txBox="1"/>
            <p:nvPr/>
          </p:nvSpPr>
          <p:spPr>
            <a:xfrm>
              <a:off x="1339618" y="2288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2200" kern="1200" dirty="0"/>
                <a:t>Ajuster la puissance souscrite selon les usages réels</a:t>
              </a:r>
              <a:endParaRPr lang="en-US" sz="2200" kern="1200" dirty="0"/>
            </a:p>
          </p:txBody>
        </p:sp>
      </p:grp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399FD09D-7FEF-D5F3-7A5B-A0AA2338D973}"/>
              </a:ext>
            </a:extLst>
          </p:cNvPr>
          <p:cNvSpPr/>
          <p:nvPr/>
        </p:nvSpPr>
        <p:spPr>
          <a:xfrm>
            <a:off x="1507089" y="2662024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4" name="Rectangle 33" descr="Pièces">
            <a:extLst>
              <a:ext uri="{FF2B5EF4-FFF2-40B4-BE49-F238E27FC236}">
                <a16:creationId xmlns:a16="http://schemas.microsoft.com/office/drawing/2014/main" id="{88E5EF2E-D34D-B236-1051-AD99A3347B33}"/>
              </a:ext>
            </a:extLst>
          </p:cNvPr>
          <p:cNvSpPr/>
          <p:nvPr/>
        </p:nvSpPr>
        <p:spPr>
          <a:xfrm>
            <a:off x="1857941" y="2922989"/>
            <a:ext cx="637913" cy="637913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050717"/>
              <a:satOff val="-275"/>
              <a:lumOff val="65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E3824F7F-84DF-1C37-F3D7-3DBBCF17ABA0}"/>
              </a:ext>
            </a:extLst>
          </p:cNvPr>
          <p:cNvGrpSpPr/>
          <p:nvPr/>
        </p:nvGrpSpPr>
        <p:grpSpPr>
          <a:xfrm>
            <a:off x="2846707" y="2662024"/>
            <a:ext cx="5024605" cy="1159843"/>
            <a:chOff x="1339618" y="1452092"/>
            <a:chExt cx="5024605" cy="115984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749C5F9-DB00-2253-E7BC-977008287B18}"/>
                </a:ext>
              </a:extLst>
            </p:cNvPr>
            <p:cNvSpPr/>
            <p:nvPr/>
          </p:nvSpPr>
          <p:spPr>
            <a:xfrm>
              <a:off x="1339618" y="1452092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79A4A389-C04F-9E38-9A74-28003DD86087}"/>
                </a:ext>
              </a:extLst>
            </p:cNvPr>
            <p:cNvSpPr txBox="1"/>
            <p:nvPr/>
          </p:nvSpPr>
          <p:spPr>
            <a:xfrm>
              <a:off x="1339618" y="1452092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2200" kern="1200"/>
                <a:t>Exploiter le tarif HP/HC</a:t>
              </a:r>
              <a:endParaRPr lang="en-US" sz="2200" kern="1200"/>
            </a:p>
          </p:txBody>
        </p:sp>
      </p:grp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BD9728C7-FF5A-5574-5D1B-D03EB443D7DF}"/>
              </a:ext>
            </a:extLst>
          </p:cNvPr>
          <p:cNvSpPr/>
          <p:nvPr/>
        </p:nvSpPr>
        <p:spPr>
          <a:xfrm>
            <a:off x="1507089" y="4111828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7" name="Rectangle 36" descr="Camion">
            <a:extLst>
              <a:ext uri="{FF2B5EF4-FFF2-40B4-BE49-F238E27FC236}">
                <a16:creationId xmlns:a16="http://schemas.microsoft.com/office/drawing/2014/main" id="{36B53E18-362C-6560-04E8-72F4F3655B66}"/>
              </a:ext>
            </a:extLst>
          </p:cNvPr>
          <p:cNvSpPr/>
          <p:nvPr/>
        </p:nvSpPr>
        <p:spPr>
          <a:xfrm>
            <a:off x="1857941" y="4372793"/>
            <a:ext cx="637913" cy="637913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49FDF254-5380-F9C7-900D-F3A615182707}"/>
              </a:ext>
            </a:extLst>
          </p:cNvPr>
          <p:cNvGrpSpPr/>
          <p:nvPr/>
        </p:nvGrpSpPr>
        <p:grpSpPr>
          <a:xfrm>
            <a:off x="2846707" y="4111828"/>
            <a:ext cx="5024605" cy="1159843"/>
            <a:chOff x="1339618" y="2901896"/>
            <a:chExt cx="5024605" cy="11598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C297DB1-B599-6CE9-33EB-38E447FD0DE6}"/>
                </a:ext>
              </a:extLst>
            </p:cNvPr>
            <p:cNvSpPr/>
            <p:nvPr/>
          </p:nvSpPr>
          <p:spPr>
            <a:xfrm>
              <a:off x="1339618" y="2901896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073CCE56-0276-E8EC-CA2F-B654D73A61D9}"/>
                </a:ext>
              </a:extLst>
            </p:cNvPr>
            <p:cNvSpPr txBox="1"/>
            <p:nvPr/>
          </p:nvSpPr>
          <p:spPr>
            <a:xfrm>
              <a:off x="1339618" y="2901896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2200" kern="1200"/>
                <a:t>Mettre en place la gestion ou l’effacement de charge</a:t>
              </a:r>
              <a:endParaRPr lang="en-US" sz="2200" kern="1200"/>
            </a:p>
          </p:txBody>
        </p:sp>
      </p:grp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AD5E7090-EA94-5679-78BC-1ADE540D456A}"/>
              </a:ext>
            </a:extLst>
          </p:cNvPr>
          <p:cNvSpPr/>
          <p:nvPr/>
        </p:nvSpPr>
        <p:spPr>
          <a:xfrm>
            <a:off x="1507089" y="5561632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40" name="Rectangle 39" descr="Voiture">
            <a:extLst>
              <a:ext uri="{FF2B5EF4-FFF2-40B4-BE49-F238E27FC236}">
                <a16:creationId xmlns:a16="http://schemas.microsoft.com/office/drawing/2014/main" id="{4560BCB2-958D-9C2D-7F53-F0F429114FE9}"/>
              </a:ext>
            </a:extLst>
          </p:cNvPr>
          <p:cNvSpPr/>
          <p:nvPr/>
        </p:nvSpPr>
        <p:spPr>
          <a:xfrm>
            <a:off x="1857941" y="5822597"/>
            <a:ext cx="637913" cy="637913"/>
          </a:xfrm>
          <a:prstGeom prst="rect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5103A958-8D7E-822D-0020-2939AB6071FA}"/>
              </a:ext>
            </a:extLst>
          </p:cNvPr>
          <p:cNvGrpSpPr/>
          <p:nvPr/>
        </p:nvGrpSpPr>
        <p:grpSpPr>
          <a:xfrm>
            <a:off x="2846707" y="5561632"/>
            <a:ext cx="5024605" cy="1159843"/>
            <a:chOff x="1339618" y="4351700"/>
            <a:chExt cx="5024605" cy="1159843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A37033B-0A44-4CAC-3DE3-FE738A81C22E}"/>
                </a:ext>
              </a:extLst>
            </p:cNvPr>
            <p:cNvSpPr/>
            <p:nvPr/>
          </p:nvSpPr>
          <p:spPr>
            <a:xfrm>
              <a:off x="1339618" y="4351700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6D45D37C-3F3E-826E-DFA4-D99C00A802AE}"/>
                </a:ext>
              </a:extLst>
            </p:cNvPr>
            <p:cNvSpPr txBox="1"/>
            <p:nvPr/>
          </p:nvSpPr>
          <p:spPr>
            <a:xfrm>
              <a:off x="1339618" y="4351700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2200" kern="1200"/>
                <a:t>Utiliser la donnée et le pilotage pour agir durablement</a:t>
              </a:r>
              <a:endParaRPr lang="en-US" sz="22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482385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937DA82-A80E-7761-4908-78FE12BC88A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14855" y="6309146"/>
            <a:ext cx="10906584" cy="536026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7887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B1CC2-B9A6-A569-BDE1-84EFB4D4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Sources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95804A-45A7-860E-FB64-04CB86934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1838" cy="4351338"/>
          </a:xfrm>
        </p:spPr>
        <p:txBody>
          <a:bodyPr>
            <a:normAutofit/>
          </a:bodyPr>
          <a:lstStyle/>
          <a:p>
            <a:pPr lvl="0"/>
            <a:r>
              <a:rPr lang="fr-FR" u="sng" dirty="0">
                <a:hlinkClick r:id="rId2"/>
              </a:rPr>
              <a:t>Enedis</a:t>
            </a:r>
            <a:r>
              <a:rPr lang="fr-FR" dirty="0"/>
              <a:t> – Comprendre les heures pleines / creuses</a:t>
            </a:r>
          </a:p>
          <a:p>
            <a:pPr lvl="0"/>
            <a:r>
              <a:rPr lang="fr-FR" u="sng" dirty="0">
                <a:hlinkClick r:id="rId3"/>
              </a:rPr>
              <a:t>RTE</a:t>
            </a:r>
            <a:r>
              <a:rPr lang="fr-FR" dirty="0"/>
              <a:t> – Effacement et flexibilité</a:t>
            </a:r>
          </a:p>
          <a:p>
            <a:pPr lvl="0"/>
            <a:r>
              <a:rPr lang="fr-FR" u="sng" dirty="0">
                <a:hlinkClick r:id="rId4"/>
              </a:rPr>
              <a:t>ADEME</a:t>
            </a:r>
            <a:r>
              <a:rPr lang="fr-FR" dirty="0"/>
              <a:t> – Guide “Optimiser sa consommation d’énergie”</a:t>
            </a:r>
          </a:p>
          <a:p>
            <a:pPr lvl="0"/>
            <a:r>
              <a:rPr lang="fr-FR" u="sng" dirty="0">
                <a:hlinkClick r:id="rId5"/>
              </a:rPr>
              <a:t>CRE</a:t>
            </a:r>
            <a:r>
              <a:rPr lang="fr-FR" dirty="0"/>
              <a:t> – Note sur l’effacement de consommation</a:t>
            </a:r>
          </a:p>
          <a:p>
            <a:pPr lvl="0"/>
            <a:r>
              <a:rPr lang="fr-FR" u="sng" dirty="0">
                <a:hlinkClick r:id="rId6"/>
              </a:rPr>
              <a:t>EDF Entreprises</a:t>
            </a:r>
            <a:r>
              <a:rPr lang="fr-FR" dirty="0"/>
              <a:t> – Tarifs et abonnements 2025</a:t>
            </a:r>
          </a:p>
          <a:p>
            <a:pPr lvl="0"/>
            <a:r>
              <a:rPr lang="fr-FR" u="sng" dirty="0">
                <a:hlinkClick r:id="rId7"/>
              </a:rPr>
              <a:t>Ecologie.gouv.fr</a:t>
            </a:r>
            <a:r>
              <a:rPr lang="fr-FR" dirty="0"/>
              <a:t> – Politiques publiques d’effacement et gestion de charge</a:t>
            </a:r>
          </a:p>
          <a:p>
            <a:pPr lvl="0"/>
            <a:r>
              <a:rPr lang="fr-FR" u="sng" dirty="0">
                <a:hlinkClick r:id="rId8"/>
              </a:rPr>
              <a:t>data.enedis.fr</a:t>
            </a:r>
            <a:r>
              <a:rPr lang="fr-FR" dirty="0"/>
              <a:t> – Plages horaires HP/HC par commune</a:t>
            </a:r>
          </a:p>
          <a:p>
            <a:pPr marL="0" indent="0">
              <a:buNone/>
            </a:pPr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C17F237-D580-404F-23CA-CC1457B75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noProof="0" smtClean="0"/>
              <a:t>17</a:t>
            </a:fld>
            <a:endParaRPr lang="fr-FR" noProof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541437C-19B7-B9DA-2715-87ABC475298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43516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8172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-COUVERTU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3.xml><?xml version="1.0" encoding="utf-8"?>
<a:theme xmlns:a="http://schemas.openxmlformats.org/drawingml/2006/main" name="2-SOMMAI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4.xml><?xml version="1.0" encoding="utf-8"?>
<a:theme xmlns:a="http://schemas.openxmlformats.org/drawingml/2006/main" name="3.2-CHAPITRES EX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5.xml><?xml version="1.0" encoding="utf-8"?>
<a:theme xmlns:a="http://schemas.openxmlformats.org/drawingml/2006/main" name="4.1-Corpu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6.xml><?xml version="1.0" encoding="utf-8"?>
<a:theme xmlns:a="http://schemas.openxmlformats.org/drawingml/2006/main" name="3.1-CHAPITRE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5-Fin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9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E937A98-06A5-4840-8B09-64C4AB41050A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3A8A710-D4C6-492D-8141-8A4E235E3304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63D34E541314F80CD24A648ABC5FB" ma:contentTypeVersion="7" ma:contentTypeDescription="Create a new document." ma:contentTypeScope="" ma:versionID="fe3c99d7a639c00420632a79ce9d5da4">
  <xsd:schema xmlns:xsd="http://www.w3.org/2001/XMLSchema" xmlns:xs="http://www.w3.org/2001/XMLSchema" xmlns:p="http://schemas.microsoft.com/office/2006/metadata/properties" xmlns:ns2="cd5233e2-74fb-488a-aed8-75637c784312" targetNamespace="http://schemas.microsoft.com/office/2006/metadata/properties" ma:root="true" ma:fieldsID="e0f7e7fd5fef82a93d029aca2c45b4b9" ns2:_="">
    <xsd:import namespace="cd5233e2-74fb-488a-aed8-75637c784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233e2-74fb-488a-aed8-75637c784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5CF26B-2EC9-4FD0-9DCA-9EAE6743F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5233e2-74fb-488a-aed8-75637c7843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7130EB-DF45-42FA-9324-31E3910341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4249CD-ACED-4D7C-93D6-85B52B7A2FAE}">
  <ds:schemaRefs>
    <ds:schemaRef ds:uri="cd5233e2-74fb-488a-aed8-75637c784312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9f5c8052-b1ea-40d1-8cd5-ea0c204ca84f}" enabled="1" method="Standard" siteId="{19e51c11-d919-4a98-899d-9b9dc33f4e0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Thème Junia</Template>
  <TotalTime>48</TotalTime>
  <Words>612</Words>
  <Application>Microsoft Office PowerPoint</Application>
  <PresentationFormat>Grand écran</PresentationFormat>
  <Paragraphs>116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8</vt:i4>
      </vt:variant>
      <vt:variant>
        <vt:lpstr>Titres des diapositives</vt:lpstr>
      </vt:variant>
      <vt:variant>
        <vt:i4>17</vt:i4>
      </vt:variant>
    </vt:vector>
  </HeadingPairs>
  <TitlesOfParts>
    <vt:vector size="32" baseType="lpstr">
      <vt:lpstr>Apple Symbols</vt:lpstr>
      <vt:lpstr>Aptos</vt:lpstr>
      <vt:lpstr>Aptos Display</vt:lpstr>
      <vt:lpstr>Arial</vt:lpstr>
      <vt:lpstr>Calibri</vt:lpstr>
      <vt:lpstr>GILROY-EXTRABOLD</vt:lpstr>
      <vt:lpstr>Wingdings</vt:lpstr>
      <vt:lpstr>Thème Office</vt:lpstr>
      <vt:lpstr>1-COUVERTURE</vt:lpstr>
      <vt:lpstr>2-SOMMAIRE</vt:lpstr>
      <vt:lpstr>3.2-CHAPITRES EXTERNE</vt:lpstr>
      <vt:lpstr>4.1-Corpus INTERNE</vt:lpstr>
      <vt:lpstr>3.1-CHAPITRES INTERNE</vt:lpstr>
      <vt:lpstr>Thème Office</vt:lpstr>
      <vt:lpstr>5-Fin</vt:lpstr>
      <vt:lpstr>Comprendre comment ajuster sa puissance et sa consommation pour réduire les coûts et améliorer la performance énergétique.</vt:lpstr>
      <vt:lpstr>Introduction &amp; rappels</vt:lpstr>
      <vt:lpstr>Rappel : Composition d’une facture d’électricité</vt:lpstr>
      <vt:lpstr>Qu’est-ce que la puissance souscrite ?</vt:lpstr>
      <vt:lpstr>Comment déterminer la bonne puissance</vt:lpstr>
      <vt:lpstr>Courbe de charge type</vt:lpstr>
      <vt:lpstr>Heures Pleines / Heures Creuses (HP/HC)</vt:lpstr>
      <vt:lpstr>Exemples de plages horaires</vt:lpstr>
      <vt:lpstr>Effacement et gestion de charge</vt:lpstr>
      <vt:lpstr>Les acteurs de l’effacement</vt:lpstr>
      <vt:lpstr>Exemples de gestion de charge</vt:lpstr>
      <vt:lpstr>Avantages de l’optimisation</vt:lpstr>
      <vt:lpstr>Cas Pratique TD</vt:lpstr>
      <vt:lpstr>Méthodes avancées d’optimisation</vt:lpstr>
      <vt:lpstr>Synthèse du cours</vt:lpstr>
      <vt:lpstr>Présentation PowerPoint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SAS</dc:creator>
  <cp:lastModifiedBy>Aymeric SAS</cp:lastModifiedBy>
  <cp:revision>1</cp:revision>
  <dcterms:created xsi:type="dcterms:W3CDTF">2025-10-20T13:43:34Z</dcterms:created>
  <dcterms:modified xsi:type="dcterms:W3CDTF">2026-01-05T12:27:04Z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0x0101004DE63D34E541314F80CD24A648ABC5FB</vt:lpwstr>
  </property>
</Properties>
</file>